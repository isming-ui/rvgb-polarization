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0" name="组合 749">
            <a:extLst>
              <a:ext uri="{FF2B5EF4-FFF2-40B4-BE49-F238E27FC236}">
                <a16:creationId xmlns:a16="http://schemas.microsoft.com/office/drawing/2014/main" id="{96A148D2-FB8B-A919-538D-3598D30299E5}"/>
              </a:ext>
            </a:extLst>
          </p:cNvPr>
          <p:cNvGrpSpPr/>
          <p:nvPr/>
        </p:nvGrpSpPr>
        <p:grpSpPr>
          <a:xfrm>
            <a:off x="1966888" y="732109"/>
            <a:ext cx="8257917" cy="5083831"/>
            <a:chOff x="1966888" y="732109"/>
            <a:chExt cx="8257917" cy="5083831"/>
          </a:xfrm>
        </p:grpSpPr>
        <p:cxnSp>
          <p:nvCxnSpPr>
            <p:cNvPr id="751" name="Connector 751"/>
            <p:cNvCxnSpPr/>
            <p:nvPr/>
          </p:nvCxnSpPr>
          <p:spPr>
            <a:xfrm>
              <a:off x="2741145" y="3691619"/>
              <a:ext cx="3595912" cy="5934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Connector 752"/>
            <p:cNvCxnSpPr/>
            <p:nvPr/>
          </p:nvCxnSpPr>
          <p:spPr>
            <a:xfrm>
              <a:off x="2089513" y="3605587"/>
              <a:ext cx="266001" cy="668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Connector 753"/>
            <p:cNvCxnSpPr/>
            <p:nvPr/>
          </p:nvCxnSpPr>
          <p:spPr>
            <a:xfrm>
              <a:off x="2169017" y="3623657"/>
              <a:ext cx="686352" cy="10600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Connector 754"/>
            <p:cNvCxnSpPr/>
            <p:nvPr/>
          </p:nvCxnSpPr>
          <p:spPr>
            <a:xfrm>
              <a:off x="2338444" y="3607425"/>
              <a:ext cx="1697558" cy="3756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Connector 755"/>
            <p:cNvCxnSpPr/>
            <p:nvPr/>
          </p:nvCxnSpPr>
          <p:spPr>
            <a:xfrm>
              <a:off x="2183738" y="3584516"/>
              <a:ext cx="553158" cy="16122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Connector 756"/>
            <p:cNvCxnSpPr/>
            <p:nvPr/>
          </p:nvCxnSpPr>
          <p:spPr>
            <a:xfrm>
              <a:off x="5823640" y="4220898"/>
              <a:ext cx="506231" cy="12549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Connector 757"/>
            <p:cNvCxnSpPr/>
            <p:nvPr/>
          </p:nvCxnSpPr>
          <p:spPr>
            <a:xfrm>
              <a:off x="2741145" y="3691619"/>
              <a:ext cx="505811" cy="2069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Connector 758"/>
            <p:cNvCxnSpPr/>
            <p:nvPr/>
          </p:nvCxnSpPr>
          <p:spPr>
            <a:xfrm>
              <a:off x="5925120" y="4389921"/>
              <a:ext cx="1030907" cy="24669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Connector 759"/>
            <p:cNvCxnSpPr/>
            <p:nvPr/>
          </p:nvCxnSpPr>
          <p:spPr>
            <a:xfrm flipH="1">
              <a:off x="2183738" y="3494557"/>
              <a:ext cx="2527863" cy="8995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Connector 760"/>
            <p:cNvCxnSpPr/>
            <p:nvPr/>
          </p:nvCxnSpPr>
          <p:spPr>
            <a:xfrm>
              <a:off x="6808093" y="4270939"/>
              <a:ext cx="108813" cy="1026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Connector 761"/>
            <p:cNvCxnSpPr/>
            <p:nvPr/>
          </p:nvCxnSpPr>
          <p:spPr>
            <a:xfrm>
              <a:off x="2183738" y="3584516"/>
              <a:ext cx="1397557" cy="13672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Connector 762"/>
            <p:cNvCxnSpPr/>
            <p:nvPr/>
          </p:nvCxnSpPr>
          <p:spPr>
            <a:xfrm flipH="1">
              <a:off x="6980449" y="3593400"/>
              <a:ext cx="744961" cy="46495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Connector 763"/>
            <p:cNvCxnSpPr/>
            <p:nvPr/>
          </p:nvCxnSpPr>
          <p:spPr>
            <a:xfrm>
              <a:off x="2089513" y="3605587"/>
              <a:ext cx="682724" cy="12021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Connector 764"/>
            <p:cNvCxnSpPr/>
            <p:nvPr/>
          </p:nvCxnSpPr>
          <p:spPr>
            <a:xfrm flipH="1">
              <a:off x="6916906" y="4000445"/>
              <a:ext cx="534053" cy="28076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Connector 765"/>
            <p:cNvCxnSpPr/>
            <p:nvPr/>
          </p:nvCxnSpPr>
          <p:spPr>
            <a:xfrm>
              <a:off x="4036002" y="3983049"/>
              <a:ext cx="2944447" cy="7530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Connector 766"/>
            <p:cNvCxnSpPr/>
            <p:nvPr/>
          </p:nvCxnSpPr>
          <p:spPr>
            <a:xfrm>
              <a:off x="2783242" y="3743725"/>
              <a:ext cx="3056389" cy="75939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Connector 767"/>
            <p:cNvCxnSpPr/>
            <p:nvPr/>
          </p:nvCxnSpPr>
          <p:spPr>
            <a:xfrm>
              <a:off x="2397675" y="3640047"/>
              <a:ext cx="339221" cy="10569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Connector 768"/>
            <p:cNvCxnSpPr/>
            <p:nvPr/>
          </p:nvCxnSpPr>
          <p:spPr>
            <a:xfrm>
              <a:off x="2183738" y="3584516"/>
              <a:ext cx="213937" cy="5553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Connector 769"/>
            <p:cNvCxnSpPr/>
            <p:nvPr/>
          </p:nvCxnSpPr>
          <p:spPr>
            <a:xfrm>
              <a:off x="4798897" y="4068901"/>
              <a:ext cx="1340097" cy="33251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Connector 770"/>
            <p:cNvCxnSpPr/>
            <p:nvPr/>
          </p:nvCxnSpPr>
          <p:spPr>
            <a:xfrm>
              <a:off x="2169017" y="3623657"/>
              <a:ext cx="2848165" cy="25582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Connector 771"/>
            <p:cNvCxnSpPr/>
            <p:nvPr/>
          </p:nvCxnSpPr>
          <p:spPr>
            <a:xfrm flipH="1">
              <a:off x="6329871" y="4229480"/>
              <a:ext cx="580723" cy="11691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Connector 772"/>
            <p:cNvCxnSpPr/>
            <p:nvPr/>
          </p:nvCxnSpPr>
          <p:spPr>
            <a:xfrm>
              <a:off x="2169017" y="3623657"/>
              <a:ext cx="265983" cy="7526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Connector 773"/>
            <p:cNvCxnSpPr/>
            <p:nvPr/>
          </p:nvCxnSpPr>
          <p:spPr>
            <a:xfrm flipH="1">
              <a:off x="2736896" y="3742236"/>
              <a:ext cx="37296" cy="350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Connector 774"/>
            <p:cNvCxnSpPr/>
            <p:nvPr/>
          </p:nvCxnSpPr>
          <p:spPr>
            <a:xfrm flipH="1">
              <a:off x="2783242" y="3712317"/>
              <a:ext cx="463714" cy="3140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Connector 775"/>
            <p:cNvCxnSpPr/>
            <p:nvPr/>
          </p:nvCxnSpPr>
          <p:spPr>
            <a:xfrm>
              <a:off x="3529530" y="3782558"/>
              <a:ext cx="1628580" cy="481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Connector 776"/>
            <p:cNvCxnSpPr/>
            <p:nvPr/>
          </p:nvCxnSpPr>
          <p:spPr>
            <a:xfrm flipH="1">
              <a:off x="2743650" y="3669489"/>
              <a:ext cx="60284" cy="7108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Connector 777"/>
            <p:cNvCxnSpPr/>
            <p:nvPr/>
          </p:nvCxnSpPr>
          <p:spPr>
            <a:xfrm>
              <a:off x="5158110" y="3830682"/>
              <a:ext cx="838673" cy="25338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Connector 778"/>
            <p:cNvCxnSpPr/>
            <p:nvPr/>
          </p:nvCxnSpPr>
          <p:spPr>
            <a:xfrm>
              <a:off x="2397675" y="3640047"/>
              <a:ext cx="1638327" cy="34300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Connector 779"/>
            <p:cNvCxnSpPr/>
            <p:nvPr/>
          </p:nvCxnSpPr>
          <p:spPr>
            <a:xfrm>
              <a:off x="2736896" y="3745742"/>
              <a:ext cx="3403413" cy="34879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Connector 780"/>
            <p:cNvCxnSpPr/>
            <p:nvPr/>
          </p:nvCxnSpPr>
          <p:spPr>
            <a:xfrm>
              <a:off x="2089513" y="3605587"/>
              <a:ext cx="1946489" cy="37746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Connector 781"/>
            <p:cNvCxnSpPr/>
            <p:nvPr/>
          </p:nvCxnSpPr>
          <p:spPr>
            <a:xfrm flipH="1">
              <a:off x="2183738" y="3494557"/>
              <a:ext cx="2527863" cy="8995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Connector 782"/>
            <p:cNvCxnSpPr/>
            <p:nvPr/>
          </p:nvCxnSpPr>
          <p:spPr>
            <a:xfrm>
              <a:off x="2089513" y="3605587"/>
              <a:ext cx="1420471" cy="16577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Connector 783"/>
            <p:cNvCxnSpPr/>
            <p:nvPr/>
          </p:nvCxnSpPr>
          <p:spPr>
            <a:xfrm flipH="1">
              <a:off x="2736896" y="3742236"/>
              <a:ext cx="37296" cy="350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Connector 784"/>
            <p:cNvCxnSpPr/>
            <p:nvPr/>
          </p:nvCxnSpPr>
          <p:spPr>
            <a:xfrm>
              <a:off x="2141385" y="3576240"/>
              <a:ext cx="214129" cy="3602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Connector 785"/>
            <p:cNvCxnSpPr/>
            <p:nvPr/>
          </p:nvCxnSpPr>
          <p:spPr>
            <a:xfrm>
              <a:off x="2338444" y="3607425"/>
              <a:ext cx="17070" cy="484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Connector 786"/>
            <p:cNvCxnSpPr/>
            <p:nvPr/>
          </p:nvCxnSpPr>
          <p:spPr>
            <a:xfrm>
              <a:off x="2141385" y="3576240"/>
              <a:ext cx="293615" cy="12268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Connector 787"/>
            <p:cNvCxnSpPr/>
            <p:nvPr/>
          </p:nvCxnSpPr>
          <p:spPr>
            <a:xfrm>
              <a:off x="2169017" y="3623657"/>
              <a:ext cx="2682712" cy="46602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Connector 788"/>
            <p:cNvCxnSpPr/>
            <p:nvPr/>
          </p:nvCxnSpPr>
          <p:spPr>
            <a:xfrm>
              <a:off x="4036002" y="3983049"/>
              <a:ext cx="1525472" cy="2702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Connector 789"/>
            <p:cNvCxnSpPr/>
            <p:nvPr/>
          </p:nvCxnSpPr>
          <p:spPr>
            <a:xfrm>
              <a:off x="2783242" y="3743725"/>
              <a:ext cx="1252760" cy="2393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Connector 790"/>
            <p:cNvCxnSpPr/>
            <p:nvPr/>
          </p:nvCxnSpPr>
          <p:spPr>
            <a:xfrm>
              <a:off x="2338444" y="3607425"/>
              <a:ext cx="402701" cy="8419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Connector 791"/>
            <p:cNvCxnSpPr/>
            <p:nvPr/>
          </p:nvCxnSpPr>
          <p:spPr>
            <a:xfrm>
              <a:off x="2183738" y="3584516"/>
              <a:ext cx="1852264" cy="39853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Connector 792"/>
            <p:cNvCxnSpPr/>
            <p:nvPr/>
          </p:nvCxnSpPr>
          <p:spPr>
            <a:xfrm>
              <a:off x="5487809" y="4093147"/>
              <a:ext cx="1241857" cy="20585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Connector 793"/>
            <p:cNvCxnSpPr/>
            <p:nvPr/>
          </p:nvCxnSpPr>
          <p:spPr>
            <a:xfrm>
              <a:off x="2089513" y="3605587"/>
              <a:ext cx="308162" cy="3446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Connector 794"/>
            <p:cNvCxnSpPr/>
            <p:nvPr/>
          </p:nvCxnSpPr>
          <p:spPr>
            <a:xfrm flipH="1">
              <a:off x="7325539" y="3593400"/>
              <a:ext cx="399871" cy="26933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Connector 795"/>
            <p:cNvCxnSpPr/>
            <p:nvPr/>
          </p:nvCxnSpPr>
          <p:spPr>
            <a:xfrm flipH="1">
              <a:off x="5420665" y="3772871"/>
              <a:ext cx="769359" cy="24531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Connector 796"/>
            <p:cNvCxnSpPr/>
            <p:nvPr/>
          </p:nvCxnSpPr>
          <p:spPr>
            <a:xfrm flipH="1">
              <a:off x="2736896" y="3721244"/>
              <a:ext cx="844399" cy="2449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Connector 797"/>
            <p:cNvCxnSpPr/>
            <p:nvPr/>
          </p:nvCxnSpPr>
          <p:spPr>
            <a:xfrm>
              <a:off x="2741145" y="3691619"/>
              <a:ext cx="3098486" cy="81149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Connector 798"/>
            <p:cNvCxnSpPr/>
            <p:nvPr/>
          </p:nvCxnSpPr>
          <p:spPr>
            <a:xfrm>
              <a:off x="4036002" y="3983049"/>
              <a:ext cx="1803629" cy="52006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Connector 799"/>
            <p:cNvCxnSpPr/>
            <p:nvPr/>
          </p:nvCxnSpPr>
          <p:spPr>
            <a:xfrm>
              <a:off x="6725018" y="4383660"/>
              <a:ext cx="231009" cy="25295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Connector 800"/>
            <p:cNvCxnSpPr/>
            <p:nvPr/>
          </p:nvCxnSpPr>
          <p:spPr>
            <a:xfrm>
              <a:off x="5891227" y="4157703"/>
              <a:ext cx="1847567" cy="32350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Connector 801"/>
            <p:cNvCxnSpPr/>
            <p:nvPr/>
          </p:nvCxnSpPr>
          <p:spPr>
            <a:xfrm>
              <a:off x="2198613" y="3641807"/>
              <a:ext cx="542532" cy="4981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Connector 802"/>
            <p:cNvCxnSpPr/>
            <p:nvPr/>
          </p:nvCxnSpPr>
          <p:spPr>
            <a:xfrm>
              <a:off x="2741145" y="3691619"/>
              <a:ext cx="1964702" cy="837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Connector 803"/>
            <p:cNvCxnSpPr/>
            <p:nvPr/>
          </p:nvCxnSpPr>
          <p:spPr>
            <a:xfrm>
              <a:off x="2089513" y="3605587"/>
              <a:ext cx="1115691" cy="34492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Connector 804"/>
            <p:cNvCxnSpPr/>
            <p:nvPr/>
          </p:nvCxnSpPr>
          <p:spPr>
            <a:xfrm flipH="1">
              <a:off x="5839631" y="3978277"/>
              <a:ext cx="785454" cy="52484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Connector 805"/>
            <p:cNvCxnSpPr/>
            <p:nvPr/>
          </p:nvCxnSpPr>
          <p:spPr>
            <a:xfrm>
              <a:off x="6067880" y="4342669"/>
              <a:ext cx="1410477" cy="47683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Connector 806"/>
            <p:cNvCxnSpPr/>
            <p:nvPr/>
          </p:nvCxnSpPr>
          <p:spPr>
            <a:xfrm>
              <a:off x="2338444" y="3607425"/>
              <a:ext cx="1191086" cy="17513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Connector 807"/>
            <p:cNvCxnSpPr/>
            <p:nvPr/>
          </p:nvCxnSpPr>
          <p:spPr>
            <a:xfrm>
              <a:off x="2169017" y="3623657"/>
              <a:ext cx="2629880" cy="44524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Connector 808"/>
            <p:cNvCxnSpPr/>
            <p:nvPr/>
          </p:nvCxnSpPr>
          <p:spPr>
            <a:xfrm>
              <a:off x="2736896" y="3745742"/>
              <a:ext cx="792634" cy="3681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Connector 809"/>
            <p:cNvCxnSpPr/>
            <p:nvPr/>
          </p:nvCxnSpPr>
          <p:spPr>
            <a:xfrm flipH="1">
              <a:off x="6140309" y="4058350"/>
              <a:ext cx="840140" cy="3618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Connector 810"/>
            <p:cNvCxnSpPr/>
            <p:nvPr/>
          </p:nvCxnSpPr>
          <p:spPr>
            <a:xfrm flipH="1">
              <a:off x="5823640" y="4000445"/>
              <a:ext cx="1627319" cy="22045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Connector 811"/>
            <p:cNvCxnSpPr/>
            <p:nvPr/>
          </p:nvCxnSpPr>
          <p:spPr>
            <a:xfrm>
              <a:off x="2169017" y="3623657"/>
              <a:ext cx="1360269" cy="12012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Connector 812"/>
            <p:cNvCxnSpPr/>
            <p:nvPr/>
          </p:nvCxnSpPr>
          <p:spPr>
            <a:xfrm>
              <a:off x="2741145" y="3691619"/>
              <a:ext cx="977122" cy="3789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Connector 813"/>
            <p:cNvCxnSpPr/>
            <p:nvPr/>
          </p:nvCxnSpPr>
          <p:spPr>
            <a:xfrm flipH="1">
              <a:off x="4036002" y="3494557"/>
              <a:ext cx="675599" cy="48849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Connector 814"/>
            <p:cNvCxnSpPr/>
            <p:nvPr/>
          </p:nvCxnSpPr>
          <p:spPr>
            <a:xfrm>
              <a:off x="2183738" y="3584516"/>
              <a:ext cx="559912" cy="15605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Connector 815"/>
            <p:cNvCxnSpPr/>
            <p:nvPr/>
          </p:nvCxnSpPr>
          <p:spPr>
            <a:xfrm>
              <a:off x="2040040" y="3604314"/>
              <a:ext cx="743202" cy="13941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Connector 816"/>
            <p:cNvCxnSpPr/>
            <p:nvPr/>
          </p:nvCxnSpPr>
          <p:spPr>
            <a:xfrm flipH="1">
              <a:off x="6140309" y="3778726"/>
              <a:ext cx="1353249" cy="31581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Connector 817"/>
            <p:cNvCxnSpPr/>
            <p:nvPr/>
          </p:nvCxnSpPr>
          <p:spPr>
            <a:xfrm>
              <a:off x="2803934" y="3669489"/>
              <a:ext cx="1232068" cy="31356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Connector 818"/>
            <p:cNvCxnSpPr/>
            <p:nvPr/>
          </p:nvCxnSpPr>
          <p:spPr>
            <a:xfrm>
              <a:off x="4705847" y="3775343"/>
              <a:ext cx="1117793" cy="44555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Connector 819"/>
            <p:cNvCxnSpPr/>
            <p:nvPr/>
          </p:nvCxnSpPr>
          <p:spPr>
            <a:xfrm flipH="1">
              <a:off x="5215457" y="3305739"/>
              <a:ext cx="1151214" cy="29310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Connector 820"/>
            <p:cNvCxnSpPr/>
            <p:nvPr/>
          </p:nvCxnSpPr>
          <p:spPr>
            <a:xfrm>
              <a:off x="2743650" y="3740575"/>
              <a:ext cx="2273532" cy="13890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Connector 821"/>
            <p:cNvCxnSpPr/>
            <p:nvPr/>
          </p:nvCxnSpPr>
          <p:spPr>
            <a:xfrm flipH="1">
              <a:off x="5823640" y="3904702"/>
              <a:ext cx="26544" cy="31619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Connector 822"/>
            <p:cNvCxnSpPr/>
            <p:nvPr/>
          </p:nvCxnSpPr>
          <p:spPr>
            <a:xfrm flipH="1">
              <a:off x="6208504" y="4285043"/>
              <a:ext cx="128553" cy="7029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Connector 823"/>
            <p:cNvCxnSpPr/>
            <p:nvPr/>
          </p:nvCxnSpPr>
          <p:spPr>
            <a:xfrm>
              <a:off x="2435000" y="3698925"/>
              <a:ext cx="1394834" cy="10919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Connector 824"/>
            <p:cNvCxnSpPr/>
            <p:nvPr/>
          </p:nvCxnSpPr>
          <p:spPr>
            <a:xfrm>
              <a:off x="3529286" y="3743786"/>
              <a:ext cx="1322443" cy="34589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Connector 825"/>
            <p:cNvCxnSpPr/>
            <p:nvPr/>
          </p:nvCxnSpPr>
          <p:spPr>
            <a:xfrm>
              <a:off x="4036002" y="3983049"/>
              <a:ext cx="2031878" cy="35962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Connector 826"/>
            <p:cNvCxnSpPr/>
            <p:nvPr/>
          </p:nvCxnSpPr>
          <p:spPr>
            <a:xfrm>
              <a:off x="2198613" y="3641807"/>
              <a:ext cx="584629" cy="10191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Connector 827"/>
            <p:cNvCxnSpPr/>
            <p:nvPr/>
          </p:nvCxnSpPr>
          <p:spPr>
            <a:xfrm>
              <a:off x="2089513" y="3605587"/>
              <a:ext cx="1115691" cy="34492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Connector 828"/>
            <p:cNvCxnSpPr/>
            <p:nvPr/>
          </p:nvCxnSpPr>
          <p:spPr>
            <a:xfrm flipH="1">
              <a:off x="5017182" y="3598839"/>
              <a:ext cx="198275" cy="28063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Connector 829"/>
            <p:cNvCxnSpPr/>
            <p:nvPr/>
          </p:nvCxnSpPr>
          <p:spPr>
            <a:xfrm flipH="1">
              <a:off x="2741145" y="3617860"/>
              <a:ext cx="1140055" cy="7375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Connector 830"/>
            <p:cNvCxnSpPr/>
            <p:nvPr/>
          </p:nvCxnSpPr>
          <p:spPr>
            <a:xfrm>
              <a:off x="2040040" y="3604314"/>
              <a:ext cx="1489246" cy="13947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Connector 831"/>
            <p:cNvCxnSpPr/>
            <p:nvPr/>
          </p:nvCxnSpPr>
          <p:spPr>
            <a:xfrm flipH="1">
              <a:off x="6329871" y="4240854"/>
              <a:ext cx="240191" cy="10554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Connector 832"/>
            <p:cNvCxnSpPr/>
            <p:nvPr/>
          </p:nvCxnSpPr>
          <p:spPr>
            <a:xfrm>
              <a:off x="5777753" y="4205182"/>
              <a:ext cx="61878" cy="29793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Connector 833"/>
            <p:cNvCxnSpPr/>
            <p:nvPr/>
          </p:nvCxnSpPr>
          <p:spPr>
            <a:xfrm>
              <a:off x="2435000" y="3698925"/>
              <a:ext cx="3456227" cy="45877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Connector 834"/>
            <p:cNvCxnSpPr/>
            <p:nvPr/>
          </p:nvCxnSpPr>
          <p:spPr>
            <a:xfrm>
              <a:off x="2183738" y="3584516"/>
              <a:ext cx="4441347" cy="39376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Connector 835"/>
            <p:cNvCxnSpPr/>
            <p:nvPr/>
          </p:nvCxnSpPr>
          <p:spPr>
            <a:xfrm>
              <a:off x="2774192" y="3742236"/>
              <a:ext cx="2213436" cy="23940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Connector 836"/>
            <p:cNvCxnSpPr/>
            <p:nvPr/>
          </p:nvCxnSpPr>
          <p:spPr>
            <a:xfrm>
              <a:off x="2198613" y="3641807"/>
              <a:ext cx="538283" cy="10393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Connector 837"/>
            <p:cNvCxnSpPr/>
            <p:nvPr/>
          </p:nvCxnSpPr>
          <p:spPr>
            <a:xfrm>
              <a:off x="5158110" y="3830682"/>
              <a:ext cx="403364" cy="17938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Connector 838"/>
            <p:cNvCxnSpPr/>
            <p:nvPr/>
          </p:nvCxnSpPr>
          <p:spPr>
            <a:xfrm>
              <a:off x="3529530" y="3782558"/>
              <a:ext cx="2294110" cy="43834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Connector 839"/>
            <p:cNvCxnSpPr/>
            <p:nvPr/>
          </p:nvCxnSpPr>
          <p:spPr>
            <a:xfrm>
              <a:off x="2198613" y="3641807"/>
              <a:ext cx="1330917" cy="14075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Connector 840"/>
            <p:cNvCxnSpPr/>
            <p:nvPr/>
          </p:nvCxnSpPr>
          <p:spPr>
            <a:xfrm flipH="1">
              <a:off x="6218222" y="3978277"/>
              <a:ext cx="406863" cy="20381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Connector 841"/>
            <p:cNvCxnSpPr/>
            <p:nvPr/>
          </p:nvCxnSpPr>
          <p:spPr>
            <a:xfrm>
              <a:off x="2743650" y="3740575"/>
              <a:ext cx="2243978" cy="24106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Connector 842"/>
            <p:cNvCxnSpPr/>
            <p:nvPr/>
          </p:nvCxnSpPr>
          <p:spPr>
            <a:xfrm flipH="1">
              <a:off x="6337057" y="4281205"/>
              <a:ext cx="579849" cy="383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Connector 843"/>
            <p:cNvCxnSpPr/>
            <p:nvPr/>
          </p:nvCxnSpPr>
          <p:spPr>
            <a:xfrm>
              <a:off x="2040040" y="3604314"/>
              <a:ext cx="1165164" cy="34619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Connector 844"/>
            <p:cNvCxnSpPr/>
            <p:nvPr/>
          </p:nvCxnSpPr>
          <p:spPr>
            <a:xfrm flipH="1">
              <a:off x="6570062" y="4058350"/>
              <a:ext cx="410387" cy="18250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Connector 845"/>
            <p:cNvCxnSpPr/>
            <p:nvPr/>
          </p:nvCxnSpPr>
          <p:spPr>
            <a:xfrm>
              <a:off x="2783242" y="3743725"/>
              <a:ext cx="746288" cy="3883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Connector 846"/>
            <p:cNvCxnSpPr/>
            <p:nvPr/>
          </p:nvCxnSpPr>
          <p:spPr>
            <a:xfrm>
              <a:off x="6570062" y="4240854"/>
              <a:ext cx="1168732" cy="24035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Connector 847"/>
            <p:cNvCxnSpPr/>
            <p:nvPr/>
          </p:nvCxnSpPr>
          <p:spPr>
            <a:xfrm>
              <a:off x="2355514" y="3612267"/>
              <a:ext cx="849690" cy="33824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Connector 848"/>
            <p:cNvCxnSpPr/>
            <p:nvPr/>
          </p:nvCxnSpPr>
          <p:spPr>
            <a:xfrm>
              <a:off x="3529530" y="3782558"/>
              <a:ext cx="3440293" cy="20520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Connector 849"/>
            <p:cNvCxnSpPr/>
            <p:nvPr/>
          </p:nvCxnSpPr>
          <p:spPr>
            <a:xfrm>
              <a:off x="2183738" y="3584516"/>
              <a:ext cx="3639902" cy="63638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Connector 850"/>
            <p:cNvCxnSpPr/>
            <p:nvPr/>
          </p:nvCxnSpPr>
          <p:spPr>
            <a:xfrm flipH="1">
              <a:off x="3205204" y="3743786"/>
              <a:ext cx="324082" cy="20672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Connector 851"/>
            <p:cNvCxnSpPr/>
            <p:nvPr/>
          </p:nvCxnSpPr>
          <p:spPr>
            <a:xfrm>
              <a:off x="2183738" y="3584516"/>
              <a:ext cx="3639902" cy="63638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Connector 852"/>
            <p:cNvCxnSpPr/>
            <p:nvPr/>
          </p:nvCxnSpPr>
          <p:spPr>
            <a:xfrm flipH="1">
              <a:off x="6505988" y="3978277"/>
              <a:ext cx="119097" cy="28850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Connector 853"/>
            <p:cNvCxnSpPr/>
            <p:nvPr/>
          </p:nvCxnSpPr>
          <p:spPr>
            <a:xfrm>
              <a:off x="2338444" y="3607425"/>
              <a:ext cx="405206" cy="13315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Connector 854"/>
            <p:cNvCxnSpPr/>
            <p:nvPr/>
          </p:nvCxnSpPr>
          <p:spPr>
            <a:xfrm>
              <a:off x="2355514" y="3612267"/>
              <a:ext cx="381382" cy="13347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Connector 855"/>
            <p:cNvCxnSpPr/>
            <p:nvPr/>
          </p:nvCxnSpPr>
          <p:spPr>
            <a:xfrm flipH="1">
              <a:off x="7738794" y="4479030"/>
              <a:ext cx="290294" cy="217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Connector 856"/>
            <p:cNvCxnSpPr/>
            <p:nvPr/>
          </p:nvCxnSpPr>
          <p:spPr>
            <a:xfrm>
              <a:off x="5158110" y="3830682"/>
              <a:ext cx="403364" cy="17938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Connector 857"/>
            <p:cNvCxnSpPr/>
            <p:nvPr/>
          </p:nvCxnSpPr>
          <p:spPr>
            <a:xfrm flipH="1">
              <a:off x="6613980" y="4137136"/>
              <a:ext cx="609806" cy="7888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8" name="Connector 858"/>
            <p:cNvCxnSpPr/>
            <p:nvPr/>
          </p:nvCxnSpPr>
          <p:spPr>
            <a:xfrm>
              <a:off x="2355514" y="3612267"/>
              <a:ext cx="1680488" cy="37078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Connector 859"/>
            <p:cNvCxnSpPr/>
            <p:nvPr/>
          </p:nvCxnSpPr>
          <p:spPr>
            <a:xfrm>
              <a:off x="7223786" y="4137136"/>
              <a:ext cx="2423658" cy="43774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Connector 860"/>
            <p:cNvCxnSpPr/>
            <p:nvPr/>
          </p:nvCxnSpPr>
          <p:spPr>
            <a:xfrm>
              <a:off x="3529286" y="3743786"/>
              <a:ext cx="244" cy="3877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Connector 861"/>
            <p:cNvCxnSpPr/>
            <p:nvPr/>
          </p:nvCxnSpPr>
          <p:spPr>
            <a:xfrm>
              <a:off x="2736896" y="3745742"/>
              <a:ext cx="3453128" cy="2712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Connector 862"/>
            <p:cNvCxnSpPr/>
            <p:nvPr/>
          </p:nvCxnSpPr>
          <p:spPr>
            <a:xfrm>
              <a:off x="2141385" y="3576240"/>
              <a:ext cx="1387901" cy="16754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3" name="Connector 863"/>
            <p:cNvCxnSpPr/>
            <p:nvPr/>
          </p:nvCxnSpPr>
          <p:spPr>
            <a:xfrm>
              <a:off x="2169017" y="3623657"/>
              <a:ext cx="1077939" cy="8866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Connector 864"/>
            <p:cNvCxnSpPr/>
            <p:nvPr/>
          </p:nvCxnSpPr>
          <p:spPr>
            <a:xfrm>
              <a:off x="2169017" y="3623657"/>
              <a:ext cx="614225" cy="12006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Connector 865"/>
            <p:cNvCxnSpPr/>
            <p:nvPr/>
          </p:nvCxnSpPr>
          <p:spPr>
            <a:xfrm>
              <a:off x="6613980" y="4216019"/>
              <a:ext cx="3033464" cy="35886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6" name="Connector 866"/>
            <p:cNvCxnSpPr/>
            <p:nvPr/>
          </p:nvCxnSpPr>
          <p:spPr>
            <a:xfrm>
              <a:off x="2435000" y="3698925"/>
              <a:ext cx="1094286" cy="4486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Connector 867"/>
            <p:cNvCxnSpPr/>
            <p:nvPr/>
          </p:nvCxnSpPr>
          <p:spPr>
            <a:xfrm>
              <a:off x="3529286" y="3743786"/>
              <a:ext cx="1628824" cy="8689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Connector 868"/>
            <p:cNvCxnSpPr/>
            <p:nvPr/>
          </p:nvCxnSpPr>
          <p:spPr>
            <a:xfrm>
              <a:off x="2397675" y="3640047"/>
              <a:ext cx="374562" cy="8575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Connector 869"/>
            <p:cNvCxnSpPr/>
            <p:nvPr/>
          </p:nvCxnSpPr>
          <p:spPr>
            <a:xfrm>
              <a:off x="2355514" y="3612267"/>
              <a:ext cx="1154470" cy="15909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Connector 870"/>
            <p:cNvCxnSpPr/>
            <p:nvPr/>
          </p:nvCxnSpPr>
          <p:spPr>
            <a:xfrm>
              <a:off x="2169017" y="3623657"/>
              <a:ext cx="567879" cy="12208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Connector 871"/>
            <p:cNvCxnSpPr/>
            <p:nvPr/>
          </p:nvCxnSpPr>
          <p:spPr>
            <a:xfrm>
              <a:off x="2141385" y="3576240"/>
              <a:ext cx="1688449" cy="23188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2" name="Connector 872"/>
            <p:cNvCxnSpPr/>
            <p:nvPr/>
          </p:nvCxnSpPr>
          <p:spPr>
            <a:xfrm>
              <a:off x="3205204" y="3950508"/>
              <a:ext cx="2451120" cy="32801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Connector 873"/>
            <p:cNvCxnSpPr/>
            <p:nvPr/>
          </p:nvCxnSpPr>
          <p:spPr>
            <a:xfrm>
              <a:off x="2040040" y="3604314"/>
              <a:ext cx="763894" cy="6517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Connector 874"/>
            <p:cNvCxnSpPr/>
            <p:nvPr/>
          </p:nvCxnSpPr>
          <p:spPr>
            <a:xfrm flipH="1">
              <a:off x="4851729" y="3904702"/>
              <a:ext cx="998455" cy="18498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Connector 875"/>
            <p:cNvCxnSpPr/>
            <p:nvPr/>
          </p:nvCxnSpPr>
          <p:spPr>
            <a:xfrm>
              <a:off x="2338444" y="3607425"/>
              <a:ext cx="96556" cy="9150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Connector 876"/>
            <p:cNvCxnSpPr/>
            <p:nvPr/>
          </p:nvCxnSpPr>
          <p:spPr>
            <a:xfrm>
              <a:off x="2338444" y="3607425"/>
              <a:ext cx="1542756" cy="1043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Connector 877"/>
            <p:cNvCxnSpPr/>
            <p:nvPr/>
          </p:nvCxnSpPr>
          <p:spPr>
            <a:xfrm>
              <a:off x="2783242" y="3743725"/>
              <a:ext cx="2068487" cy="34595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Connector 878"/>
            <p:cNvCxnSpPr/>
            <p:nvPr/>
          </p:nvCxnSpPr>
          <p:spPr>
            <a:xfrm flipH="1">
              <a:off x="2743650" y="3729658"/>
              <a:ext cx="111719" cy="1091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Connector 879"/>
            <p:cNvCxnSpPr/>
            <p:nvPr/>
          </p:nvCxnSpPr>
          <p:spPr>
            <a:xfrm>
              <a:off x="5420665" y="4018186"/>
              <a:ext cx="67144" cy="7496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Connector 880"/>
            <p:cNvCxnSpPr/>
            <p:nvPr/>
          </p:nvCxnSpPr>
          <p:spPr>
            <a:xfrm flipH="1">
              <a:off x="4036002" y="3830682"/>
              <a:ext cx="1122108" cy="15236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1" name="Connector 881"/>
            <p:cNvCxnSpPr/>
            <p:nvPr/>
          </p:nvCxnSpPr>
          <p:spPr>
            <a:xfrm>
              <a:off x="2040040" y="3604314"/>
              <a:ext cx="732197" cy="12149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Connector 882"/>
            <p:cNvCxnSpPr/>
            <p:nvPr/>
          </p:nvCxnSpPr>
          <p:spPr>
            <a:xfrm>
              <a:off x="2040040" y="3604314"/>
              <a:ext cx="1678227" cy="12520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Connector 883"/>
            <p:cNvCxnSpPr/>
            <p:nvPr/>
          </p:nvCxnSpPr>
          <p:spPr>
            <a:xfrm>
              <a:off x="5871904" y="4365604"/>
              <a:ext cx="1151666" cy="29425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4" name="Connector 884"/>
            <p:cNvCxnSpPr/>
            <p:nvPr/>
          </p:nvCxnSpPr>
          <p:spPr>
            <a:xfrm>
              <a:off x="2198613" y="3641807"/>
              <a:ext cx="542532" cy="4981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5" name="Connector 885"/>
            <p:cNvCxnSpPr/>
            <p:nvPr/>
          </p:nvCxnSpPr>
          <p:spPr>
            <a:xfrm>
              <a:off x="2169017" y="3623657"/>
              <a:ext cx="1036187" cy="32685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Connector 886"/>
            <p:cNvCxnSpPr/>
            <p:nvPr/>
          </p:nvCxnSpPr>
          <p:spPr>
            <a:xfrm>
              <a:off x="4036002" y="3983049"/>
              <a:ext cx="1787638" cy="23784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7" name="Connector 887"/>
            <p:cNvCxnSpPr/>
            <p:nvPr/>
          </p:nvCxnSpPr>
          <p:spPr>
            <a:xfrm>
              <a:off x="2040040" y="3604314"/>
              <a:ext cx="315474" cy="795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Connector 888"/>
            <p:cNvCxnSpPr/>
            <p:nvPr/>
          </p:nvCxnSpPr>
          <p:spPr>
            <a:xfrm>
              <a:off x="2040040" y="3604314"/>
              <a:ext cx="1541255" cy="11693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Connector 889"/>
            <p:cNvCxnSpPr/>
            <p:nvPr/>
          </p:nvCxnSpPr>
          <p:spPr>
            <a:xfrm>
              <a:off x="2141385" y="3576240"/>
              <a:ext cx="641857" cy="16748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Connector 890"/>
            <p:cNvCxnSpPr/>
            <p:nvPr/>
          </p:nvCxnSpPr>
          <p:spPr>
            <a:xfrm>
              <a:off x="4036002" y="3983049"/>
              <a:ext cx="1787638" cy="23784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" name="Connector 891"/>
            <p:cNvCxnSpPr/>
            <p:nvPr/>
          </p:nvCxnSpPr>
          <p:spPr>
            <a:xfrm>
              <a:off x="2040040" y="3604314"/>
              <a:ext cx="49473" cy="127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Connector 892"/>
            <p:cNvCxnSpPr/>
            <p:nvPr/>
          </p:nvCxnSpPr>
          <p:spPr>
            <a:xfrm>
              <a:off x="2040040" y="3604314"/>
              <a:ext cx="732197" cy="12149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3" name="Connector 893"/>
            <p:cNvCxnSpPr/>
            <p:nvPr/>
          </p:nvCxnSpPr>
          <p:spPr>
            <a:xfrm>
              <a:off x="2435000" y="3698925"/>
              <a:ext cx="1283267" cy="3059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Connector 894"/>
            <p:cNvCxnSpPr/>
            <p:nvPr/>
          </p:nvCxnSpPr>
          <p:spPr>
            <a:xfrm>
              <a:off x="2040040" y="3604314"/>
              <a:ext cx="734152" cy="13792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5" name="Connector 895"/>
            <p:cNvCxnSpPr/>
            <p:nvPr/>
          </p:nvCxnSpPr>
          <p:spPr>
            <a:xfrm>
              <a:off x="2040040" y="3604314"/>
              <a:ext cx="394960" cy="9461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Connector 896"/>
            <p:cNvCxnSpPr/>
            <p:nvPr/>
          </p:nvCxnSpPr>
          <p:spPr>
            <a:xfrm>
              <a:off x="2355514" y="3612267"/>
              <a:ext cx="3205960" cy="39780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Connector 897"/>
            <p:cNvCxnSpPr/>
            <p:nvPr/>
          </p:nvCxnSpPr>
          <p:spPr>
            <a:xfrm>
              <a:off x="2355514" y="3612267"/>
              <a:ext cx="1174016" cy="17029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Connector 898"/>
            <p:cNvCxnSpPr/>
            <p:nvPr/>
          </p:nvCxnSpPr>
          <p:spPr>
            <a:xfrm>
              <a:off x="3829834" y="3808122"/>
              <a:ext cx="1328276" cy="2256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Connector 899"/>
            <p:cNvCxnSpPr/>
            <p:nvPr/>
          </p:nvCxnSpPr>
          <p:spPr>
            <a:xfrm>
              <a:off x="5158110" y="3830682"/>
              <a:ext cx="665530" cy="39021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Connector 900"/>
            <p:cNvCxnSpPr/>
            <p:nvPr/>
          </p:nvCxnSpPr>
          <p:spPr>
            <a:xfrm>
              <a:off x="2743650" y="3740575"/>
              <a:ext cx="30542" cy="166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Connector 901"/>
            <p:cNvCxnSpPr/>
            <p:nvPr/>
          </p:nvCxnSpPr>
          <p:spPr>
            <a:xfrm>
              <a:off x="2040040" y="3604314"/>
              <a:ext cx="696856" cy="14142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Connector 902"/>
            <p:cNvCxnSpPr/>
            <p:nvPr/>
          </p:nvCxnSpPr>
          <p:spPr>
            <a:xfrm>
              <a:off x="2783242" y="3743725"/>
              <a:ext cx="3088662" cy="62187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3" name="Connector 903"/>
            <p:cNvCxnSpPr/>
            <p:nvPr/>
          </p:nvCxnSpPr>
          <p:spPr>
            <a:xfrm>
              <a:off x="4851729" y="4089682"/>
              <a:ext cx="1073391" cy="30023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Connector 904"/>
            <p:cNvCxnSpPr/>
            <p:nvPr/>
          </p:nvCxnSpPr>
          <p:spPr>
            <a:xfrm>
              <a:off x="2183738" y="3584516"/>
              <a:ext cx="1345792" cy="19804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Connector 905"/>
            <p:cNvCxnSpPr/>
            <p:nvPr/>
          </p:nvCxnSpPr>
          <p:spPr>
            <a:xfrm>
              <a:off x="5686899" y="4112102"/>
              <a:ext cx="3960545" cy="46277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6" name="Connector 906"/>
            <p:cNvCxnSpPr/>
            <p:nvPr/>
          </p:nvCxnSpPr>
          <p:spPr>
            <a:xfrm>
              <a:off x="2783242" y="3743725"/>
              <a:ext cx="3088662" cy="62187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Connector 907"/>
            <p:cNvCxnSpPr/>
            <p:nvPr/>
          </p:nvCxnSpPr>
          <p:spPr>
            <a:xfrm>
              <a:off x="2169017" y="3623657"/>
              <a:ext cx="2536830" cy="15168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Connector 908"/>
            <p:cNvCxnSpPr/>
            <p:nvPr/>
          </p:nvCxnSpPr>
          <p:spPr>
            <a:xfrm>
              <a:off x="2741145" y="3691619"/>
              <a:ext cx="33047" cy="5061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Connector 909"/>
            <p:cNvCxnSpPr/>
            <p:nvPr/>
          </p:nvCxnSpPr>
          <p:spPr>
            <a:xfrm>
              <a:off x="6785704" y="4365108"/>
              <a:ext cx="663778" cy="14354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Connector 910"/>
            <p:cNvCxnSpPr/>
            <p:nvPr/>
          </p:nvCxnSpPr>
          <p:spPr>
            <a:xfrm>
              <a:off x="2772237" y="3725806"/>
              <a:ext cx="1263765" cy="25724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Connector 911"/>
            <p:cNvCxnSpPr/>
            <p:nvPr/>
          </p:nvCxnSpPr>
          <p:spPr>
            <a:xfrm>
              <a:off x="2040040" y="3604314"/>
              <a:ext cx="1469944" cy="16704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Connector 912"/>
            <p:cNvCxnSpPr/>
            <p:nvPr/>
          </p:nvCxnSpPr>
          <p:spPr>
            <a:xfrm>
              <a:off x="2183738" y="3584516"/>
              <a:ext cx="599504" cy="15920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3" name="Connector 913"/>
            <p:cNvCxnSpPr/>
            <p:nvPr/>
          </p:nvCxnSpPr>
          <p:spPr>
            <a:xfrm>
              <a:off x="3529530" y="3782558"/>
              <a:ext cx="3426497" cy="85405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Connector 914"/>
            <p:cNvCxnSpPr/>
            <p:nvPr/>
          </p:nvCxnSpPr>
          <p:spPr>
            <a:xfrm>
              <a:off x="3509984" y="3771358"/>
              <a:ext cx="2484415" cy="47282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Connector 915"/>
            <p:cNvCxnSpPr/>
            <p:nvPr/>
          </p:nvCxnSpPr>
          <p:spPr>
            <a:xfrm>
              <a:off x="2169017" y="3623657"/>
              <a:ext cx="1360269" cy="12012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Connector 916"/>
            <p:cNvCxnSpPr/>
            <p:nvPr/>
          </p:nvCxnSpPr>
          <p:spPr>
            <a:xfrm>
              <a:off x="2741145" y="3691619"/>
              <a:ext cx="114224" cy="3803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7" name="Connector 917"/>
            <p:cNvCxnSpPr/>
            <p:nvPr/>
          </p:nvCxnSpPr>
          <p:spPr>
            <a:xfrm>
              <a:off x="3205204" y="3950508"/>
              <a:ext cx="1875818" cy="5797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Connector 918"/>
            <p:cNvCxnSpPr/>
            <p:nvPr/>
          </p:nvCxnSpPr>
          <p:spPr>
            <a:xfrm>
              <a:off x="2198613" y="3641807"/>
              <a:ext cx="575579" cy="10042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Connector 919"/>
            <p:cNvCxnSpPr/>
            <p:nvPr/>
          </p:nvCxnSpPr>
          <p:spPr>
            <a:xfrm flipH="1">
              <a:off x="6729666" y="4281205"/>
              <a:ext cx="187240" cy="1779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Connector 920"/>
            <p:cNvCxnSpPr/>
            <p:nvPr/>
          </p:nvCxnSpPr>
          <p:spPr>
            <a:xfrm>
              <a:off x="2435000" y="3698925"/>
              <a:ext cx="770204" cy="25158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Connector 921"/>
            <p:cNvCxnSpPr/>
            <p:nvPr/>
          </p:nvCxnSpPr>
          <p:spPr>
            <a:xfrm flipH="1">
              <a:off x="5017182" y="3598839"/>
              <a:ext cx="198275" cy="28063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2" name="Connector 922"/>
            <p:cNvCxnSpPr/>
            <p:nvPr/>
          </p:nvCxnSpPr>
          <p:spPr>
            <a:xfrm flipH="1">
              <a:off x="2736896" y="3729658"/>
              <a:ext cx="118473" cy="1608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Connector 923"/>
            <p:cNvCxnSpPr/>
            <p:nvPr/>
          </p:nvCxnSpPr>
          <p:spPr>
            <a:xfrm>
              <a:off x="2169017" y="3623657"/>
              <a:ext cx="2682712" cy="46602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" name="Connector 924"/>
            <p:cNvCxnSpPr/>
            <p:nvPr/>
          </p:nvCxnSpPr>
          <p:spPr>
            <a:xfrm>
              <a:off x="2435000" y="3698925"/>
              <a:ext cx="2363897" cy="36997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Connector 925"/>
            <p:cNvCxnSpPr/>
            <p:nvPr/>
          </p:nvCxnSpPr>
          <p:spPr>
            <a:xfrm>
              <a:off x="2355514" y="3612267"/>
              <a:ext cx="427728" cy="13145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Connector 926"/>
            <p:cNvCxnSpPr/>
            <p:nvPr/>
          </p:nvCxnSpPr>
          <p:spPr>
            <a:xfrm>
              <a:off x="3529286" y="3743786"/>
              <a:ext cx="244" cy="3877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Connector 927"/>
            <p:cNvCxnSpPr/>
            <p:nvPr/>
          </p:nvCxnSpPr>
          <p:spPr>
            <a:xfrm>
              <a:off x="5994399" y="4244185"/>
              <a:ext cx="961628" cy="39243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Connector 928"/>
            <p:cNvCxnSpPr/>
            <p:nvPr/>
          </p:nvCxnSpPr>
          <p:spPr>
            <a:xfrm>
              <a:off x="2198613" y="3641807"/>
              <a:ext cx="236387" cy="5711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Connector 929"/>
            <p:cNvCxnSpPr/>
            <p:nvPr/>
          </p:nvCxnSpPr>
          <p:spPr>
            <a:xfrm>
              <a:off x="3718267" y="3729518"/>
              <a:ext cx="2206853" cy="66040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Connector 930"/>
            <p:cNvCxnSpPr/>
            <p:nvPr/>
          </p:nvCxnSpPr>
          <p:spPr>
            <a:xfrm>
              <a:off x="2089513" y="3605587"/>
              <a:ext cx="266001" cy="668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Connector 931"/>
            <p:cNvCxnSpPr/>
            <p:nvPr/>
          </p:nvCxnSpPr>
          <p:spPr>
            <a:xfrm>
              <a:off x="2169017" y="3623657"/>
              <a:ext cx="614225" cy="12006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Connector 932"/>
            <p:cNvCxnSpPr/>
            <p:nvPr/>
          </p:nvCxnSpPr>
          <p:spPr>
            <a:xfrm>
              <a:off x="2338444" y="3607425"/>
              <a:ext cx="866760" cy="34308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Connector 933"/>
            <p:cNvCxnSpPr/>
            <p:nvPr/>
          </p:nvCxnSpPr>
          <p:spPr>
            <a:xfrm>
              <a:off x="3881200" y="3617860"/>
              <a:ext cx="970529" cy="47182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Connector 934"/>
            <p:cNvCxnSpPr/>
            <p:nvPr/>
          </p:nvCxnSpPr>
          <p:spPr>
            <a:xfrm>
              <a:off x="3718267" y="3729518"/>
              <a:ext cx="1439843" cy="10116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Connector 935"/>
            <p:cNvCxnSpPr/>
            <p:nvPr/>
          </p:nvCxnSpPr>
          <p:spPr>
            <a:xfrm>
              <a:off x="7117426" y="4387235"/>
              <a:ext cx="911662" cy="9179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Connector 936"/>
            <p:cNvCxnSpPr/>
            <p:nvPr/>
          </p:nvCxnSpPr>
          <p:spPr>
            <a:xfrm>
              <a:off x="2397675" y="3640047"/>
              <a:ext cx="385567" cy="10367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Connector 937"/>
            <p:cNvCxnSpPr/>
            <p:nvPr/>
          </p:nvCxnSpPr>
          <p:spPr>
            <a:xfrm>
              <a:off x="7117426" y="4387235"/>
              <a:ext cx="911662" cy="9179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Connector 938"/>
            <p:cNvCxnSpPr/>
            <p:nvPr/>
          </p:nvCxnSpPr>
          <p:spPr>
            <a:xfrm flipH="1">
              <a:off x="4036002" y="3830682"/>
              <a:ext cx="1122108" cy="15236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Connector 939"/>
            <p:cNvCxnSpPr/>
            <p:nvPr/>
          </p:nvCxnSpPr>
          <p:spPr>
            <a:xfrm>
              <a:off x="2040040" y="3604314"/>
              <a:ext cx="1489246" cy="13947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Connector 940"/>
            <p:cNvCxnSpPr/>
            <p:nvPr/>
          </p:nvCxnSpPr>
          <p:spPr>
            <a:xfrm>
              <a:off x="5420665" y="4018186"/>
              <a:ext cx="1726382" cy="43922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Connector 941"/>
            <p:cNvCxnSpPr/>
            <p:nvPr/>
          </p:nvCxnSpPr>
          <p:spPr>
            <a:xfrm>
              <a:off x="4851729" y="4089682"/>
              <a:ext cx="1073391" cy="30023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Connector 942"/>
            <p:cNvCxnSpPr/>
            <p:nvPr/>
          </p:nvCxnSpPr>
          <p:spPr>
            <a:xfrm>
              <a:off x="5996783" y="4084062"/>
              <a:ext cx="920123" cy="19714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Connector 943"/>
            <p:cNvCxnSpPr/>
            <p:nvPr/>
          </p:nvCxnSpPr>
          <p:spPr>
            <a:xfrm>
              <a:off x="2355514" y="3612267"/>
              <a:ext cx="42161" cy="2778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Connector 944"/>
            <p:cNvCxnSpPr/>
            <p:nvPr/>
          </p:nvCxnSpPr>
          <p:spPr>
            <a:xfrm flipH="1">
              <a:off x="2198613" y="3640047"/>
              <a:ext cx="199062" cy="176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Connector 945"/>
            <p:cNvCxnSpPr/>
            <p:nvPr/>
          </p:nvCxnSpPr>
          <p:spPr>
            <a:xfrm>
              <a:off x="2435000" y="3698925"/>
              <a:ext cx="1394834" cy="10919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Connector 946"/>
            <p:cNvCxnSpPr/>
            <p:nvPr/>
          </p:nvCxnSpPr>
          <p:spPr>
            <a:xfrm flipH="1">
              <a:off x="5823640" y="4000445"/>
              <a:ext cx="1627319" cy="22045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Connector 947"/>
            <p:cNvCxnSpPr/>
            <p:nvPr/>
          </p:nvCxnSpPr>
          <p:spPr>
            <a:xfrm>
              <a:off x="6807740" y="4464266"/>
              <a:ext cx="107124" cy="12477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Connector 948"/>
            <p:cNvCxnSpPr/>
            <p:nvPr/>
          </p:nvCxnSpPr>
          <p:spPr>
            <a:xfrm>
              <a:off x="2169017" y="3623657"/>
              <a:ext cx="2629880" cy="44524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Connector 949"/>
            <p:cNvCxnSpPr/>
            <p:nvPr/>
          </p:nvCxnSpPr>
          <p:spPr>
            <a:xfrm>
              <a:off x="2089513" y="3605587"/>
              <a:ext cx="693729" cy="13813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Connector 950"/>
            <p:cNvCxnSpPr/>
            <p:nvPr/>
          </p:nvCxnSpPr>
          <p:spPr>
            <a:xfrm>
              <a:off x="3205204" y="3950508"/>
              <a:ext cx="2933790" cy="45090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Connector 951"/>
            <p:cNvCxnSpPr/>
            <p:nvPr/>
          </p:nvCxnSpPr>
          <p:spPr>
            <a:xfrm>
              <a:off x="6807740" y="4464266"/>
              <a:ext cx="107124" cy="12477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Connector 952"/>
            <p:cNvCxnSpPr/>
            <p:nvPr/>
          </p:nvCxnSpPr>
          <p:spPr>
            <a:xfrm flipH="1">
              <a:off x="2040040" y="3576240"/>
              <a:ext cx="101345" cy="2807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Connector 953"/>
            <p:cNvCxnSpPr/>
            <p:nvPr/>
          </p:nvCxnSpPr>
          <p:spPr>
            <a:xfrm>
              <a:off x="2397675" y="3640047"/>
              <a:ext cx="457694" cy="8961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Connector 954"/>
            <p:cNvCxnSpPr/>
            <p:nvPr/>
          </p:nvCxnSpPr>
          <p:spPr>
            <a:xfrm flipH="1">
              <a:off x="2040040" y="3584516"/>
              <a:ext cx="143698" cy="1979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Connector 955"/>
            <p:cNvCxnSpPr/>
            <p:nvPr/>
          </p:nvCxnSpPr>
          <p:spPr>
            <a:xfrm>
              <a:off x="3509984" y="3771358"/>
              <a:ext cx="526018" cy="21169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Connector 956"/>
            <p:cNvCxnSpPr/>
            <p:nvPr/>
          </p:nvCxnSpPr>
          <p:spPr>
            <a:xfrm>
              <a:off x="2355514" y="3612267"/>
              <a:ext cx="1173772" cy="13151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Connector 957"/>
            <p:cNvCxnSpPr/>
            <p:nvPr/>
          </p:nvCxnSpPr>
          <p:spPr>
            <a:xfrm>
              <a:off x="2183738" y="3584516"/>
              <a:ext cx="557407" cy="10710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Connector 958"/>
            <p:cNvCxnSpPr/>
            <p:nvPr/>
          </p:nvCxnSpPr>
          <p:spPr>
            <a:xfrm>
              <a:off x="2338444" y="3607425"/>
              <a:ext cx="866760" cy="34308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Connector 959"/>
            <p:cNvCxnSpPr/>
            <p:nvPr/>
          </p:nvCxnSpPr>
          <p:spPr>
            <a:xfrm>
              <a:off x="2772237" y="3725806"/>
              <a:ext cx="11005" cy="1791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Connector 960"/>
            <p:cNvCxnSpPr/>
            <p:nvPr/>
          </p:nvCxnSpPr>
          <p:spPr>
            <a:xfrm>
              <a:off x="4036002" y="3983049"/>
              <a:ext cx="1835902" cy="38255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Connector 961"/>
            <p:cNvCxnSpPr/>
            <p:nvPr/>
          </p:nvCxnSpPr>
          <p:spPr>
            <a:xfrm>
              <a:off x="2141385" y="3576240"/>
              <a:ext cx="2657512" cy="49266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Connector 962"/>
            <p:cNvCxnSpPr/>
            <p:nvPr/>
          </p:nvCxnSpPr>
          <p:spPr>
            <a:xfrm>
              <a:off x="2089513" y="3605587"/>
              <a:ext cx="3750118" cy="89753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3" name="Connector 963"/>
            <p:cNvCxnSpPr/>
            <p:nvPr/>
          </p:nvCxnSpPr>
          <p:spPr>
            <a:xfrm>
              <a:off x="2338444" y="3607425"/>
              <a:ext cx="433793" cy="11838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Connector 964"/>
            <p:cNvCxnSpPr/>
            <p:nvPr/>
          </p:nvCxnSpPr>
          <p:spPr>
            <a:xfrm>
              <a:off x="2397675" y="3640047"/>
              <a:ext cx="345975" cy="10052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Connector 965"/>
            <p:cNvCxnSpPr/>
            <p:nvPr/>
          </p:nvCxnSpPr>
          <p:spPr>
            <a:xfrm>
              <a:off x="2141385" y="3576240"/>
              <a:ext cx="42353" cy="827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Connector 966"/>
            <p:cNvCxnSpPr/>
            <p:nvPr/>
          </p:nvCxnSpPr>
          <p:spPr>
            <a:xfrm>
              <a:off x="4711601" y="3494557"/>
              <a:ext cx="1138583" cy="41014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Connector 967"/>
            <p:cNvCxnSpPr/>
            <p:nvPr/>
          </p:nvCxnSpPr>
          <p:spPr>
            <a:xfrm>
              <a:off x="2774192" y="3742236"/>
              <a:ext cx="1261810" cy="24081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Connector 968"/>
            <p:cNvCxnSpPr/>
            <p:nvPr/>
          </p:nvCxnSpPr>
          <p:spPr>
            <a:xfrm>
              <a:off x="5823640" y="4220898"/>
              <a:ext cx="1132387" cy="41571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Connector 969"/>
            <p:cNvCxnSpPr/>
            <p:nvPr/>
          </p:nvCxnSpPr>
          <p:spPr>
            <a:xfrm>
              <a:off x="2040040" y="3604314"/>
              <a:ext cx="1678227" cy="12520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Connector 970"/>
            <p:cNvCxnSpPr/>
            <p:nvPr/>
          </p:nvCxnSpPr>
          <p:spPr>
            <a:xfrm>
              <a:off x="3529286" y="3743786"/>
              <a:ext cx="3387620" cy="53741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Connector 971"/>
            <p:cNvCxnSpPr/>
            <p:nvPr/>
          </p:nvCxnSpPr>
          <p:spPr>
            <a:xfrm>
              <a:off x="2141385" y="3576240"/>
              <a:ext cx="602265" cy="16433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Connector 972"/>
            <p:cNvCxnSpPr/>
            <p:nvPr/>
          </p:nvCxnSpPr>
          <p:spPr>
            <a:xfrm>
              <a:off x="2338444" y="3607425"/>
              <a:ext cx="516925" cy="12223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Connector 973"/>
            <p:cNvCxnSpPr/>
            <p:nvPr/>
          </p:nvCxnSpPr>
          <p:spPr>
            <a:xfrm>
              <a:off x="2741145" y="3691619"/>
              <a:ext cx="840150" cy="2962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Connector 974"/>
            <p:cNvCxnSpPr/>
            <p:nvPr/>
          </p:nvCxnSpPr>
          <p:spPr>
            <a:xfrm>
              <a:off x="2743650" y="3740575"/>
              <a:ext cx="3095981" cy="76254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Connector 975"/>
            <p:cNvCxnSpPr/>
            <p:nvPr/>
          </p:nvCxnSpPr>
          <p:spPr>
            <a:xfrm>
              <a:off x="2772237" y="3725806"/>
              <a:ext cx="11005" cy="1791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Connector 976"/>
            <p:cNvCxnSpPr/>
            <p:nvPr/>
          </p:nvCxnSpPr>
          <p:spPr>
            <a:xfrm>
              <a:off x="2435000" y="3698925"/>
              <a:ext cx="337237" cy="2688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Connector 977"/>
            <p:cNvCxnSpPr/>
            <p:nvPr/>
          </p:nvCxnSpPr>
          <p:spPr>
            <a:xfrm>
              <a:off x="2183738" y="3584516"/>
              <a:ext cx="3304071" cy="50863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Connector 978"/>
            <p:cNvCxnSpPr/>
            <p:nvPr/>
          </p:nvCxnSpPr>
          <p:spPr>
            <a:xfrm flipH="1">
              <a:off x="2355514" y="3494557"/>
              <a:ext cx="2356087" cy="11771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Connector 979"/>
            <p:cNvCxnSpPr/>
            <p:nvPr/>
          </p:nvCxnSpPr>
          <p:spPr>
            <a:xfrm flipH="1">
              <a:off x="2736896" y="3729518"/>
              <a:ext cx="981371" cy="162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Connector 980"/>
            <p:cNvCxnSpPr/>
            <p:nvPr/>
          </p:nvCxnSpPr>
          <p:spPr>
            <a:xfrm>
              <a:off x="2355514" y="3612267"/>
              <a:ext cx="2350333" cy="16307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Connector 981"/>
            <p:cNvCxnSpPr/>
            <p:nvPr/>
          </p:nvCxnSpPr>
          <p:spPr>
            <a:xfrm>
              <a:off x="3581295" y="3721244"/>
              <a:ext cx="2608729" cy="5162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Connector 982"/>
            <p:cNvCxnSpPr/>
            <p:nvPr/>
          </p:nvCxnSpPr>
          <p:spPr>
            <a:xfrm flipH="1">
              <a:off x="5839631" y="4094536"/>
              <a:ext cx="300678" cy="40858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Connector 983"/>
            <p:cNvCxnSpPr/>
            <p:nvPr/>
          </p:nvCxnSpPr>
          <p:spPr>
            <a:xfrm flipH="1">
              <a:off x="8516739" y="805261"/>
              <a:ext cx="1634914" cy="100121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Connector 984"/>
            <p:cNvCxnSpPr/>
            <p:nvPr/>
          </p:nvCxnSpPr>
          <p:spPr>
            <a:xfrm>
              <a:off x="7394110" y="3039825"/>
              <a:ext cx="2253334" cy="153505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Connector 985"/>
            <p:cNvCxnSpPr/>
            <p:nvPr/>
          </p:nvCxnSpPr>
          <p:spPr>
            <a:xfrm flipH="1">
              <a:off x="3509984" y="3169349"/>
              <a:ext cx="3986303" cy="60200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Connector 986"/>
            <p:cNvCxnSpPr/>
            <p:nvPr/>
          </p:nvCxnSpPr>
          <p:spPr>
            <a:xfrm>
              <a:off x="2743650" y="3740575"/>
              <a:ext cx="2817824" cy="26949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Connector 987"/>
            <p:cNvCxnSpPr/>
            <p:nvPr/>
          </p:nvCxnSpPr>
          <p:spPr>
            <a:xfrm flipH="1">
              <a:off x="2089513" y="3584516"/>
              <a:ext cx="94225" cy="2107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Connector 988"/>
            <p:cNvCxnSpPr/>
            <p:nvPr/>
          </p:nvCxnSpPr>
          <p:spPr>
            <a:xfrm>
              <a:off x="2355514" y="3612267"/>
              <a:ext cx="388136" cy="12830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Connector 989"/>
            <p:cNvCxnSpPr/>
            <p:nvPr/>
          </p:nvCxnSpPr>
          <p:spPr>
            <a:xfrm>
              <a:off x="2743650" y="3740575"/>
              <a:ext cx="2790768" cy="47616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Connector 990"/>
            <p:cNvCxnSpPr/>
            <p:nvPr/>
          </p:nvCxnSpPr>
          <p:spPr>
            <a:xfrm>
              <a:off x="2198613" y="3641807"/>
              <a:ext cx="575579" cy="10042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Connector 991"/>
            <p:cNvCxnSpPr/>
            <p:nvPr/>
          </p:nvCxnSpPr>
          <p:spPr>
            <a:xfrm>
              <a:off x="2040040" y="3604314"/>
              <a:ext cx="128977" cy="1934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Connector 992"/>
            <p:cNvCxnSpPr/>
            <p:nvPr/>
          </p:nvCxnSpPr>
          <p:spPr>
            <a:xfrm>
              <a:off x="2774192" y="3742236"/>
              <a:ext cx="3049448" cy="47866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Connector 993"/>
            <p:cNvCxnSpPr/>
            <p:nvPr/>
          </p:nvCxnSpPr>
          <p:spPr>
            <a:xfrm>
              <a:off x="3529530" y="3782558"/>
              <a:ext cx="2467253" cy="30150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4" name="Connector 994"/>
            <p:cNvCxnSpPr/>
            <p:nvPr/>
          </p:nvCxnSpPr>
          <p:spPr>
            <a:xfrm>
              <a:off x="4036002" y="3983049"/>
              <a:ext cx="2312108" cy="44535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Connector 995"/>
            <p:cNvCxnSpPr/>
            <p:nvPr/>
          </p:nvCxnSpPr>
          <p:spPr>
            <a:xfrm>
              <a:off x="2089513" y="3605587"/>
              <a:ext cx="1420471" cy="16577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Connector 996"/>
            <p:cNvCxnSpPr/>
            <p:nvPr/>
          </p:nvCxnSpPr>
          <p:spPr>
            <a:xfrm>
              <a:off x="2141385" y="3576240"/>
              <a:ext cx="3016725" cy="25444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Connector 997"/>
            <p:cNvCxnSpPr/>
            <p:nvPr/>
          </p:nvCxnSpPr>
          <p:spPr>
            <a:xfrm>
              <a:off x="2089513" y="3605587"/>
              <a:ext cx="1440017" cy="17697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8" name="Connector 998"/>
            <p:cNvCxnSpPr/>
            <p:nvPr/>
          </p:nvCxnSpPr>
          <p:spPr>
            <a:xfrm>
              <a:off x="6190024" y="3772871"/>
              <a:ext cx="37267" cy="23438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Connector 999"/>
            <p:cNvCxnSpPr/>
            <p:nvPr/>
          </p:nvCxnSpPr>
          <p:spPr>
            <a:xfrm>
              <a:off x="2040040" y="3604314"/>
              <a:ext cx="701105" cy="8730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0" name="Connector 1000"/>
            <p:cNvCxnSpPr/>
            <p:nvPr/>
          </p:nvCxnSpPr>
          <p:spPr>
            <a:xfrm>
              <a:off x="2141385" y="3576240"/>
              <a:ext cx="256290" cy="6380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Connector 1001"/>
            <p:cNvCxnSpPr/>
            <p:nvPr/>
          </p:nvCxnSpPr>
          <p:spPr>
            <a:xfrm>
              <a:off x="2338444" y="3607425"/>
              <a:ext cx="402701" cy="8419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Connector 1002"/>
            <p:cNvCxnSpPr/>
            <p:nvPr/>
          </p:nvCxnSpPr>
          <p:spPr>
            <a:xfrm>
              <a:off x="6376323" y="4143914"/>
              <a:ext cx="770724" cy="31349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3" name="Connector 1003"/>
            <p:cNvCxnSpPr/>
            <p:nvPr/>
          </p:nvCxnSpPr>
          <p:spPr>
            <a:xfrm>
              <a:off x="5850184" y="3904702"/>
              <a:ext cx="719878" cy="33615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Connector 1004"/>
            <p:cNvCxnSpPr/>
            <p:nvPr/>
          </p:nvCxnSpPr>
          <p:spPr>
            <a:xfrm>
              <a:off x="2141385" y="3576240"/>
              <a:ext cx="662549" cy="9324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5" name="Connector 1005"/>
            <p:cNvCxnSpPr/>
            <p:nvPr/>
          </p:nvCxnSpPr>
          <p:spPr>
            <a:xfrm>
              <a:off x="5300613" y="3971516"/>
              <a:ext cx="1655414" cy="66509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6" name="Connector 1006"/>
            <p:cNvCxnSpPr/>
            <p:nvPr/>
          </p:nvCxnSpPr>
          <p:spPr>
            <a:xfrm>
              <a:off x="5487809" y="4093147"/>
              <a:ext cx="335831" cy="12775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7" name="Connector 1007"/>
            <p:cNvCxnSpPr/>
            <p:nvPr/>
          </p:nvCxnSpPr>
          <p:spPr>
            <a:xfrm>
              <a:off x="4711601" y="3494557"/>
              <a:ext cx="1112039" cy="72634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8" name="Connector 1008"/>
            <p:cNvCxnSpPr/>
            <p:nvPr/>
          </p:nvCxnSpPr>
          <p:spPr>
            <a:xfrm>
              <a:off x="2183738" y="3584516"/>
              <a:ext cx="671631" cy="14514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9" name="Connector 1009"/>
            <p:cNvCxnSpPr/>
            <p:nvPr/>
          </p:nvCxnSpPr>
          <p:spPr>
            <a:xfrm>
              <a:off x="6307985" y="4110522"/>
              <a:ext cx="704832" cy="35548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Connector 1010"/>
            <p:cNvCxnSpPr/>
            <p:nvPr/>
          </p:nvCxnSpPr>
          <p:spPr>
            <a:xfrm>
              <a:off x="2089513" y="3605587"/>
              <a:ext cx="248931" cy="183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1" name="Connector 1011"/>
            <p:cNvCxnSpPr/>
            <p:nvPr/>
          </p:nvCxnSpPr>
          <p:spPr>
            <a:xfrm>
              <a:off x="5158110" y="3830682"/>
              <a:ext cx="980884" cy="57073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2" name="Connector 1012"/>
            <p:cNvCxnSpPr/>
            <p:nvPr/>
          </p:nvCxnSpPr>
          <p:spPr>
            <a:xfrm>
              <a:off x="3205204" y="3950508"/>
              <a:ext cx="2451120" cy="32801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3" name="Connector 1013"/>
            <p:cNvCxnSpPr/>
            <p:nvPr/>
          </p:nvCxnSpPr>
          <p:spPr>
            <a:xfrm flipH="1">
              <a:off x="5839631" y="4310197"/>
              <a:ext cx="993387" cy="19292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Connector 1014"/>
            <p:cNvCxnSpPr/>
            <p:nvPr/>
          </p:nvCxnSpPr>
          <p:spPr>
            <a:xfrm>
              <a:off x="2089513" y="3605587"/>
              <a:ext cx="1628754" cy="12393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Connector 1015"/>
            <p:cNvCxnSpPr/>
            <p:nvPr/>
          </p:nvCxnSpPr>
          <p:spPr>
            <a:xfrm>
              <a:off x="2040040" y="3604314"/>
              <a:ext cx="2811689" cy="48536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6" name="Connector 1016"/>
            <p:cNvCxnSpPr/>
            <p:nvPr/>
          </p:nvCxnSpPr>
          <p:spPr>
            <a:xfrm>
              <a:off x="2040040" y="3604314"/>
              <a:ext cx="743202" cy="13941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7" name="Connector 1017"/>
            <p:cNvCxnSpPr/>
            <p:nvPr/>
          </p:nvCxnSpPr>
          <p:spPr>
            <a:xfrm>
              <a:off x="5534418" y="4216740"/>
              <a:ext cx="1421794" cy="17030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Connector 1018"/>
            <p:cNvCxnSpPr/>
            <p:nvPr/>
          </p:nvCxnSpPr>
          <p:spPr>
            <a:xfrm>
              <a:off x="2774192" y="3742236"/>
              <a:ext cx="431012" cy="20827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9" name="Connector 1019"/>
            <p:cNvCxnSpPr/>
            <p:nvPr/>
          </p:nvCxnSpPr>
          <p:spPr>
            <a:xfrm>
              <a:off x="6067880" y="4342669"/>
              <a:ext cx="1410477" cy="47683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Connector 1020"/>
            <p:cNvCxnSpPr/>
            <p:nvPr/>
          </p:nvCxnSpPr>
          <p:spPr>
            <a:xfrm flipH="1">
              <a:off x="5996783" y="3772871"/>
              <a:ext cx="193241" cy="31119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Connector 1021"/>
            <p:cNvCxnSpPr/>
            <p:nvPr/>
          </p:nvCxnSpPr>
          <p:spPr>
            <a:xfrm flipH="1">
              <a:off x="6337057" y="4229480"/>
              <a:ext cx="573537" cy="5556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Connector 1022"/>
            <p:cNvCxnSpPr/>
            <p:nvPr/>
          </p:nvCxnSpPr>
          <p:spPr>
            <a:xfrm>
              <a:off x="2089513" y="3605587"/>
              <a:ext cx="3750118" cy="89753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Connector 1023"/>
            <p:cNvCxnSpPr/>
            <p:nvPr/>
          </p:nvCxnSpPr>
          <p:spPr>
            <a:xfrm flipH="1">
              <a:off x="2743650" y="3725806"/>
              <a:ext cx="28587" cy="1476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Connector 1024"/>
            <p:cNvCxnSpPr/>
            <p:nvPr/>
          </p:nvCxnSpPr>
          <p:spPr>
            <a:xfrm flipH="1">
              <a:off x="2783242" y="3729658"/>
              <a:ext cx="72127" cy="1406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Connector 1025"/>
            <p:cNvCxnSpPr/>
            <p:nvPr/>
          </p:nvCxnSpPr>
          <p:spPr>
            <a:xfrm>
              <a:off x="2435000" y="3698925"/>
              <a:ext cx="3099418" cy="51781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Connector 1026"/>
            <p:cNvCxnSpPr/>
            <p:nvPr/>
          </p:nvCxnSpPr>
          <p:spPr>
            <a:xfrm>
              <a:off x="3529530" y="3782558"/>
              <a:ext cx="1958279" cy="31058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Connector 1027"/>
            <p:cNvCxnSpPr/>
            <p:nvPr/>
          </p:nvCxnSpPr>
          <p:spPr>
            <a:xfrm>
              <a:off x="3529530" y="3782558"/>
              <a:ext cx="1695973" cy="32393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Connector 1028"/>
            <p:cNvCxnSpPr/>
            <p:nvPr/>
          </p:nvCxnSpPr>
          <p:spPr>
            <a:xfrm>
              <a:off x="2198613" y="3641807"/>
              <a:ext cx="545037" cy="9876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Connector 1029"/>
            <p:cNvCxnSpPr/>
            <p:nvPr/>
          </p:nvCxnSpPr>
          <p:spPr>
            <a:xfrm flipH="1">
              <a:off x="2198613" y="3607425"/>
              <a:ext cx="139831" cy="3438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Connector 1030"/>
            <p:cNvCxnSpPr/>
            <p:nvPr/>
          </p:nvCxnSpPr>
          <p:spPr>
            <a:xfrm>
              <a:off x="4036002" y="3983049"/>
              <a:ext cx="815727" cy="10663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Connector 1031"/>
            <p:cNvCxnSpPr/>
            <p:nvPr/>
          </p:nvCxnSpPr>
          <p:spPr>
            <a:xfrm>
              <a:off x="2183738" y="3584516"/>
              <a:ext cx="557407" cy="10710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Connector 1032"/>
            <p:cNvCxnSpPr/>
            <p:nvPr/>
          </p:nvCxnSpPr>
          <p:spPr>
            <a:xfrm flipH="1">
              <a:off x="5839631" y="4365604"/>
              <a:ext cx="32273" cy="13751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Connector 1033"/>
            <p:cNvCxnSpPr/>
            <p:nvPr/>
          </p:nvCxnSpPr>
          <p:spPr>
            <a:xfrm>
              <a:off x="2435000" y="3698925"/>
              <a:ext cx="339192" cy="4331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Connector 1034"/>
            <p:cNvCxnSpPr/>
            <p:nvPr/>
          </p:nvCxnSpPr>
          <p:spPr>
            <a:xfrm>
              <a:off x="3881200" y="3617860"/>
              <a:ext cx="1968984" cy="28684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Connector 1035"/>
            <p:cNvCxnSpPr/>
            <p:nvPr/>
          </p:nvCxnSpPr>
          <p:spPr>
            <a:xfrm>
              <a:off x="6916906" y="4281205"/>
              <a:ext cx="821888" cy="20000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Connector 1036"/>
            <p:cNvCxnSpPr/>
            <p:nvPr/>
          </p:nvCxnSpPr>
          <p:spPr>
            <a:xfrm>
              <a:off x="2040040" y="3604314"/>
              <a:ext cx="1541255" cy="11693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Connector 1037"/>
            <p:cNvCxnSpPr/>
            <p:nvPr/>
          </p:nvCxnSpPr>
          <p:spPr>
            <a:xfrm>
              <a:off x="6138994" y="4401414"/>
              <a:ext cx="133316" cy="5929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Connector 1038"/>
            <p:cNvCxnSpPr/>
            <p:nvPr/>
          </p:nvCxnSpPr>
          <p:spPr>
            <a:xfrm>
              <a:off x="2141385" y="3576240"/>
              <a:ext cx="4188486" cy="77015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Connector 1039"/>
            <p:cNvCxnSpPr/>
            <p:nvPr/>
          </p:nvCxnSpPr>
          <p:spPr>
            <a:xfrm>
              <a:off x="6138994" y="4401414"/>
              <a:ext cx="1008053" cy="5599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Connector 1040"/>
            <p:cNvCxnSpPr/>
            <p:nvPr/>
          </p:nvCxnSpPr>
          <p:spPr>
            <a:xfrm>
              <a:off x="6505988" y="4266785"/>
              <a:ext cx="506829" cy="1992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Connector 1041"/>
            <p:cNvCxnSpPr/>
            <p:nvPr/>
          </p:nvCxnSpPr>
          <p:spPr>
            <a:xfrm>
              <a:off x="6530270" y="4448377"/>
              <a:ext cx="948087" cy="37112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Connector 1042"/>
            <p:cNvCxnSpPr/>
            <p:nvPr/>
          </p:nvCxnSpPr>
          <p:spPr>
            <a:xfrm>
              <a:off x="6138994" y="4401414"/>
              <a:ext cx="817033" cy="23520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Connector 1043"/>
            <p:cNvCxnSpPr/>
            <p:nvPr/>
          </p:nvCxnSpPr>
          <p:spPr>
            <a:xfrm flipH="1">
              <a:off x="5823640" y="4178921"/>
              <a:ext cx="195861" cy="4197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Connector 1044"/>
            <p:cNvCxnSpPr/>
            <p:nvPr/>
          </p:nvCxnSpPr>
          <p:spPr>
            <a:xfrm flipH="1">
              <a:off x="6138994" y="4355340"/>
              <a:ext cx="69510" cy="4607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Connector 1045"/>
            <p:cNvCxnSpPr/>
            <p:nvPr/>
          </p:nvCxnSpPr>
          <p:spPr>
            <a:xfrm>
              <a:off x="2855369" y="3729658"/>
              <a:ext cx="349835" cy="22085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Connector 1046"/>
            <p:cNvCxnSpPr/>
            <p:nvPr/>
          </p:nvCxnSpPr>
          <p:spPr>
            <a:xfrm>
              <a:off x="2183738" y="3584516"/>
              <a:ext cx="2667991" cy="50516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Connector 1047"/>
            <p:cNvCxnSpPr/>
            <p:nvPr/>
          </p:nvCxnSpPr>
          <p:spPr>
            <a:xfrm>
              <a:off x="4851729" y="4089682"/>
              <a:ext cx="1496381" cy="3387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Connector 1048"/>
            <p:cNvCxnSpPr/>
            <p:nvPr/>
          </p:nvCxnSpPr>
          <p:spPr>
            <a:xfrm>
              <a:off x="3718267" y="3729518"/>
              <a:ext cx="317735" cy="25353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Connector 1049"/>
            <p:cNvCxnSpPr/>
            <p:nvPr/>
          </p:nvCxnSpPr>
          <p:spPr>
            <a:xfrm>
              <a:off x="2183738" y="3584516"/>
              <a:ext cx="590454" cy="15772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Connector 1050"/>
            <p:cNvCxnSpPr/>
            <p:nvPr/>
          </p:nvCxnSpPr>
          <p:spPr>
            <a:xfrm>
              <a:off x="2736896" y="3745742"/>
              <a:ext cx="792634" cy="3681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Connector 1051"/>
            <p:cNvCxnSpPr/>
            <p:nvPr/>
          </p:nvCxnSpPr>
          <p:spPr>
            <a:xfrm flipH="1">
              <a:off x="5473364" y="4269302"/>
              <a:ext cx="399063" cy="3993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Connector 1052"/>
            <p:cNvCxnSpPr/>
            <p:nvPr/>
          </p:nvCxnSpPr>
          <p:spPr>
            <a:xfrm>
              <a:off x="2397675" y="3640047"/>
              <a:ext cx="7249769" cy="93483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Connector 1053"/>
            <p:cNvCxnSpPr/>
            <p:nvPr/>
          </p:nvCxnSpPr>
          <p:spPr>
            <a:xfrm flipH="1">
              <a:off x="5300613" y="3817906"/>
              <a:ext cx="2104050" cy="15361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Connector 1054"/>
            <p:cNvCxnSpPr/>
            <p:nvPr/>
          </p:nvCxnSpPr>
          <p:spPr>
            <a:xfrm>
              <a:off x="5823640" y="4220898"/>
              <a:ext cx="3823804" cy="35398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Connector 1055"/>
            <p:cNvCxnSpPr/>
            <p:nvPr/>
          </p:nvCxnSpPr>
          <p:spPr>
            <a:xfrm>
              <a:off x="3718267" y="3729518"/>
              <a:ext cx="5929177" cy="84536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Connector 1056"/>
            <p:cNvCxnSpPr/>
            <p:nvPr/>
          </p:nvCxnSpPr>
          <p:spPr>
            <a:xfrm flipH="1">
              <a:off x="3205204" y="3817906"/>
              <a:ext cx="4199459" cy="13260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Connector 1057"/>
            <p:cNvCxnSpPr/>
            <p:nvPr/>
          </p:nvCxnSpPr>
          <p:spPr>
            <a:xfrm>
              <a:off x="3205204" y="3950508"/>
              <a:ext cx="6442240" cy="62437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Connector 1058"/>
            <p:cNvCxnSpPr/>
            <p:nvPr/>
          </p:nvCxnSpPr>
          <p:spPr>
            <a:xfrm>
              <a:off x="3205204" y="3950508"/>
              <a:ext cx="2268160" cy="35872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Connector 1059"/>
            <p:cNvCxnSpPr/>
            <p:nvPr/>
          </p:nvCxnSpPr>
          <p:spPr>
            <a:xfrm>
              <a:off x="2772237" y="3725806"/>
              <a:ext cx="6875207" cy="84907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Connector 1060"/>
            <p:cNvCxnSpPr/>
            <p:nvPr/>
          </p:nvCxnSpPr>
          <p:spPr>
            <a:xfrm flipH="1">
              <a:off x="5190139" y="4962779"/>
              <a:ext cx="302470" cy="2669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Connector 1061"/>
            <p:cNvCxnSpPr/>
            <p:nvPr/>
          </p:nvCxnSpPr>
          <p:spPr>
            <a:xfrm>
              <a:off x="2855369" y="3729658"/>
              <a:ext cx="6792075" cy="84522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Connector 1062"/>
            <p:cNvCxnSpPr/>
            <p:nvPr/>
          </p:nvCxnSpPr>
          <p:spPr>
            <a:xfrm flipH="1">
              <a:off x="6729666" y="3817906"/>
              <a:ext cx="674997" cy="48109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Connector 1063"/>
            <p:cNvCxnSpPr/>
            <p:nvPr/>
          </p:nvCxnSpPr>
          <p:spPr>
            <a:xfrm>
              <a:off x="3529530" y="3782558"/>
              <a:ext cx="3694256" cy="35457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Connector 1064"/>
            <p:cNvCxnSpPr/>
            <p:nvPr/>
          </p:nvCxnSpPr>
          <p:spPr>
            <a:xfrm>
              <a:off x="6272310" y="4460710"/>
              <a:ext cx="3375134" cy="11417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Connector 1065"/>
            <p:cNvCxnSpPr/>
            <p:nvPr/>
          </p:nvCxnSpPr>
          <p:spPr>
            <a:xfrm>
              <a:off x="6272310" y="4460710"/>
              <a:ext cx="279512" cy="17765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Connector 1066"/>
            <p:cNvCxnSpPr/>
            <p:nvPr/>
          </p:nvCxnSpPr>
          <p:spPr>
            <a:xfrm>
              <a:off x="4036002" y="3983049"/>
              <a:ext cx="5611442" cy="59183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Connector 1067"/>
            <p:cNvCxnSpPr/>
            <p:nvPr/>
          </p:nvCxnSpPr>
          <p:spPr>
            <a:xfrm>
              <a:off x="6916906" y="4281205"/>
              <a:ext cx="2730538" cy="29367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Connector 1068"/>
            <p:cNvCxnSpPr/>
            <p:nvPr/>
          </p:nvCxnSpPr>
          <p:spPr>
            <a:xfrm>
              <a:off x="5158110" y="3830682"/>
              <a:ext cx="1455870" cy="38533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Connector 1069"/>
            <p:cNvCxnSpPr/>
            <p:nvPr/>
          </p:nvCxnSpPr>
          <p:spPr>
            <a:xfrm>
              <a:off x="6138994" y="4401414"/>
              <a:ext cx="3508450" cy="17346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Connector 1070"/>
            <p:cNvCxnSpPr/>
            <p:nvPr/>
          </p:nvCxnSpPr>
          <p:spPr>
            <a:xfrm>
              <a:off x="6138994" y="4401414"/>
              <a:ext cx="674290" cy="12550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Connector 1071"/>
            <p:cNvCxnSpPr/>
            <p:nvPr/>
          </p:nvCxnSpPr>
          <p:spPr>
            <a:xfrm flipH="1">
              <a:off x="4705847" y="1601173"/>
              <a:ext cx="5240082" cy="217417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Connector 1072"/>
            <p:cNvCxnSpPr/>
            <p:nvPr/>
          </p:nvCxnSpPr>
          <p:spPr>
            <a:xfrm flipH="1">
              <a:off x="4711601" y="1601173"/>
              <a:ext cx="5234328" cy="189338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Connector 1073"/>
            <p:cNvCxnSpPr/>
            <p:nvPr/>
          </p:nvCxnSpPr>
          <p:spPr>
            <a:xfrm flipH="1">
              <a:off x="7450959" y="1601173"/>
              <a:ext cx="2494970" cy="239927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Connector 1074"/>
            <p:cNvCxnSpPr/>
            <p:nvPr/>
          </p:nvCxnSpPr>
          <p:spPr>
            <a:xfrm flipH="1">
              <a:off x="8203719" y="1601173"/>
              <a:ext cx="1742210" cy="221908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Connector 1075"/>
            <p:cNvCxnSpPr/>
            <p:nvPr/>
          </p:nvCxnSpPr>
          <p:spPr>
            <a:xfrm flipH="1">
              <a:off x="7496287" y="1601173"/>
              <a:ext cx="2449642" cy="156817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Connector 1076"/>
            <p:cNvCxnSpPr/>
            <p:nvPr/>
          </p:nvCxnSpPr>
          <p:spPr>
            <a:xfrm flipH="1">
              <a:off x="7493558" y="1601173"/>
              <a:ext cx="2452371" cy="217755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Connector 1077"/>
            <p:cNvCxnSpPr/>
            <p:nvPr/>
          </p:nvCxnSpPr>
          <p:spPr>
            <a:xfrm flipH="1">
              <a:off x="9945929" y="805261"/>
              <a:ext cx="205724" cy="79591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Connector 1078"/>
            <p:cNvCxnSpPr/>
            <p:nvPr/>
          </p:nvCxnSpPr>
          <p:spPr>
            <a:xfrm>
              <a:off x="4798897" y="4068901"/>
              <a:ext cx="4848547" cy="50598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Connector 1079"/>
            <p:cNvCxnSpPr/>
            <p:nvPr/>
          </p:nvCxnSpPr>
          <p:spPr>
            <a:xfrm>
              <a:off x="6337057" y="4285043"/>
              <a:ext cx="3310387" cy="28983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Connector 1080"/>
            <p:cNvCxnSpPr/>
            <p:nvPr/>
          </p:nvCxnSpPr>
          <p:spPr>
            <a:xfrm flipH="1">
              <a:off x="6337057" y="3934171"/>
              <a:ext cx="724116" cy="35087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Connector 1081"/>
            <p:cNvCxnSpPr/>
            <p:nvPr/>
          </p:nvCxnSpPr>
          <p:spPr>
            <a:xfrm>
              <a:off x="5158110" y="3830682"/>
              <a:ext cx="4489334" cy="7441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Connector 1082"/>
            <p:cNvCxnSpPr/>
            <p:nvPr/>
          </p:nvCxnSpPr>
          <p:spPr>
            <a:xfrm>
              <a:off x="5872427" y="4269302"/>
              <a:ext cx="3775017" cy="30557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Connector 1083"/>
            <p:cNvCxnSpPr/>
            <p:nvPr/>
          </p:nvCxnSpPr>
          <p:spPr>
            <a:xfrm>
              <a:off x="2743650" y="3740575"/>
              <a:ext cx="6903794" cy="83430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Connector 1084"/>
            <p:cNvCxnSpPr/>
            <p:nvPr/>
          </p:nvCxnSpPr>
          <p:spPr>
            <a:xfrm>
              <a:off x="2397675" y="3640047"/>
              <a:ext cx="7249769" cy="93483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Connector 1085"/>
            <p:cNvCxnSpPr/>
            <p:nvPr/>
          </p:nvCxnSpPr>
          <p:spPr>
            <a:xfrm>
              <a:off x="2338444" y="3607425"/>
              <a:ext cx="7309000" cy="96745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Connector 1086"/>
            <p:cNvCxnSpPr/>
            <p:nvPr/>
          </p:nvCxnSpPr>
          <p:spPr>
            <a:xfrm>
              <a:off x="2183738" y="3584516"/>
              <a:ext cx="7463706" cy="99036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Connector 1087"/>
            <p:cNvCxnSpPr/>
            <p:nvPr/>
          </p:nvCxnSpPr>
          <p:spPr>
            <a:xfrm>
              <a:off x="2141385" y="3576240"/>
              <a:ext cx="7506059" cy="99864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Connector 1088"/>
            <p:cNvCxnSpPr/>
            <p:nvPr/>
          </p:nvCxnSpPr>
          <p:spPr>
            <a:xfrm>
              <a:off x="2736896" y="3745742"/>
              <a:ext cx="6910548" cy="82913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Connector 1089"/>
            <p:cNvCxnSpPr/>
            <p:nvPr/>
          </p:nvCxnSpPr>
          <p:spPr>
            <a:xfrm>
              <a:off x="2198613" y="3641807"/>
              <a:ext cx="7448831" cy="93307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Connector 1090"/>
            <p:cNvCxnSpPr/>
            <p:nvPr/>
          </p:nvCxnSpPr>
          <p:spPr>
            <a:xfrm>
              <a:off x="6725018" y="4383660"/>
              <a:ext cx="2922426" cy="19122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Connector 1091"/>
            <p:cNvCxnSpPr/>
            <p:nvPr/>
          </p:nvCxnSpPr>
          <p:spPr>
            <a:xfrm>
              <a:off x="5871904" y="4365604"/>
              <a:ext cx="3775540" cy="20927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Connector 1092"/>
            <p:cNvCxnSpPr/>
            <p:nvPr/>
          </p:nvCxnSpPr>
          <p:spPr>
            <a:xfrm>
              <a:off x="3718267" y="3729518"/>
              <a:ext cx="5929177" cy="84536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Connector 1093"/>
            <p:cNvCxnSpPr/>
            <p:nvPr/>
          </p:nvCxnSpPr>
          <p:spPr>
            <a:xfrm>
              <a:off x="3205204" y="3950508"/>
              <a:ext cx="6442240" cy="62437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Connector 1094"/>
            <p:cNvCxnSpPr/>
            <p:nvPr/>
          </p:nvCxnSpPr>
          <p:spPr>
            <a:xfrm>
              <a:off x="2355514" y="3612267"/>
              <a:ext cx="7291930" cy="96261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Connector 1095"/>
            <p:cNvCxnSpPr/>
            <p:nvPr/>
          </p:nvCxnSpPr>
          <p:spPr>
            <a:xfrm>
              <a:off x="2169017" y="3623657"/>
              <a:ext cx="7478427" cy="95122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Connector 1096"/>
            <p:cNvCxnSpPr/>
            <p:nvPr/>
          </p:nvCxnSpPr>
          <p:spPr>
            <a:xfrm>
              <a:off x="3581295" y="3721244"/>
              <a:ext cx="6066149" cy="85363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Connector 1097"/>
            <p:cNvCxnSpPr/>
            <p:nvPr/>
          </p:nvCxnSpPr>
          <p:spPr>
            <a:xfrm>
              <a:off x="2040040" y="3604314"/>
              <a:ext cx="7607404" cy="97056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Connector 1098"/>
            <p:cNvCxnSpPr/>
            <p:nvPr/>
          </p:nvCxnSpPr>
          <p:spPr>
            <a:xfrm>
              <a:off x="2783242" y="3743725"/>
              <a:ext cx="6864202" cy="83115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Connector 1099"/>
            <p:cNvCxnSpPr/>
            <p:nvPr/>
          </p:nvCxnSpPr>
          <p:spPr>
            <a:xfrm>
              <a:off x="2774192" y="3742236"/>
              <a:ext cx="6873252" cy="83264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Connector 1100"/>
            <p:cNvCxnSpPr/>
            <p:nvPr/>
          </p:nvCxnSpPr>
          <p:spPr>
            <a:xfrm>
              <a:off x="2772237" y="3725806"/>
              <a:ext cx="6875207" cy="84907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Connector 1101"/>
            <p:cNvCxnSpPr/>
            <p:nvPr/>
          </p:nvCxnSpPr>
          <p:spPr>
            <a:xfrm flipH="1">
              <a:off x="5492609" y="4574881"/>
              <a:ext cx="4154835" cy="38789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Connector 1102"/>
            <p:cNvCxnSpPr/>
            <p:nvPr/>
          </p:nvCxnSpPr>
          <p:spPr>
            <a:xfrm>
              <a:off x="2855369" y="3729658"/>
              <a:ext cx="6792075" cy="84522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Connector 1103"/>
            <p:cNvCxnSpPr/>
            <p:nvPr/>
          </p:nvCxnSpPr>
          <p:spPr>
            <a:xfrm>
              <a:off x="2741145" y="3691619"/>
              <a:ext cx="6906299" cy="88326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Connector 1104"/>
            <p:cNvCxnSpPr/>
            <p:nvPr/>
          </p:nvCxnSpPr>
          <p:spPr>
            <a:xfrm>
              <a:off x="2435000" y="3698925"/>
              <a:ext cx="7212444" cy="87595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5" name="Connector 1105"/>
            <p:cNvCxnSpPr/>
            <p:nvPr/>
          </p:nvCxnSpPr>
          <p:spPr>
            <a:xfrm>
              <a:off x="2089513" y="3605587"/>
              <a:ext cx="7557931" cy="96929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6" name="Connector 1106"/>
            <p:cNvCxnSpPr/>
            <p:nvPr/>
          </p:nvCxnSpPr>
          <p:spPr>
            <a:xfrm>
              <a:off x="5225503" y="4106496"/>
              <a:ext cx="4421941" cy="46838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Connector 1107"/>
            <p:cNvCxnSpPr/>
            <p:nvPr/>
          </p:nvCxnSpPr>
          <p:spPr>
            <a:xfrm>
              <a:off x="6729666" y="4299002"/>
              <a:ext cx="2917778" cy="27587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8" name="Connector 1108"/>
            <p:cNvCxnSpPr/>
            <p:nvPr/>
          </p:nvCxnSpPr>
          <p:spPr>
            <a:xfrm flipH="1">
              <a:off x="6956027" y="4574881"/>
              <a:ext cx="2691417" cy="6173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Connector 1109"/>
            <p:cNvCxnSpPr/>
            <p:nvPr/>
          </p:nvCxnSpPr>
          <p:spPr>
            <a:xfrm>
              <a:off x="7147047" y="4457407"/>
              <a:ext cx="2500397" cy="11747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Connector 1110"/>
            <p:cNvCxnSpPr/>
            <p:nvPr/>
          </p:nvCxnSpPr>
          <p:spPr>
            <a:xfrm>
              <a:off x="4036002" y="3983049"/>
              <a:ext cx="5611442" cy="59183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Connector 1111"/>
            <p:cNvCxnSpPr/>
            <p:nvPr/>
          </p:nvCxnSpPr>
          <p:spPr>
            <a:xfrm>
              <a:off x="4705847" y="3775343"/>
              <a:ext cx="4941597" cy="79953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Connector 1112"/>
            <p:cNvCxnSpPr/>
            <p:nvPr/>
          </p:nvCxnSpPr>
          <p:spPr>
            <a:xfrm>
              <a:off x="6808093" y="4270939"/>
              <a:ext cx="2839351" cy="30394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3" name="Connector 1113"/>
            <p:cNvCxnSpPr/>
            <p:nvPr/>
          </p:nvCxnSpPr>
          <p:spPr>
            <a:xfrm>
              <a:off x="4798897" y="4068901"/>
              <a:ext cx="4848547" cy="50598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4" name="Connector 1114"/>
            <p:cNvCxnSpPr/>
            <p:nvPr/>
          </p:nvCxnSpPr>
          <p:spPr>
            <a:xfrm>
              <a:off x="4711601" y="3494557"/>
              <a:ext cx="4935843" cy="108032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5" name="Connector 1115"/>
            <p:cNvCxnSpPr/>
            <p:nvPr/>
          </p:nvCxnSpPr>
          <p:spPr>
            <a:xfrm>
              <a:off x="5158110" y="3830682"/>
              <a:ext cx="4489334" cy="7441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6" name="Connector 1116"/>
            <p:cNvCxnSpPr/>
            <p:nvPr/>
          </p:nvCxnSpPr>
          <p:spPr>
            <a:xfrm>
              <a:off x="5942839" y="4076938"/>
              <a:ext cx="3704605" cy="49794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Connector 1117"/>
            <p:cNvCxnSpPr/>
            <p:nvPr/>
          </p:nvCxnSpPr>
          <p:spPr>
            <a:xfrm>
              <a:off x="6172052" y="4360184"/>
              <a:ext cx="3475392" cy="21469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8" name="Connector 1118"/>
            <p:cNvCxnSpPr/>
            <p:nvPr/>
          </p:nvCxnSpPr>
          <p:spPr>
            <a:xfrm>
              <a:off x="5534418" y="4216740"/>
              <a:ext cx="4113026" cy="35814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9" name="Connector 1119"/>
            <p:cNvCxnSpPr/>
            <p:nvPr/>
          </p:nvCxnSpPr>
          <p:spPr>
            <a:xfrm>
              <a:off x="5874139" y="4214301"/>
              <a:ext cx="3773305" cy="36058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Connector 1120"/>
            <p:cNvCxnSpPr/>
            <p:nvPr/>
          </p:nvCxnSpPr>
          <p:spPr>
            <a:xfrm>
              <a:off x="6190024" y="3772871"/>
              <a:ext cx="3457420" cy="80201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1" name="Connector 1121"/>
            <p:cNvCxnSpPr/>
            <p:nvPr/>
          </p:nvCxnSpPr>
          <p:spPr>
            <a:xfrm>
              <a:off x="5081022" y="4008479"/>
              <a:ext cx="4566422" cy="56640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2" name="Connector 1122"/>
            <p:cNvCxnSpPr/>
            <p:nvPr/>
          </p:nvCxnSpPr>
          <p:spPr>
            <a:xfrm>
              <a:off x="3529530" y="3782558"/>
              <a:ext cx="6117914" cy="79232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Connector 1123"/>
            <p:cNvCxnSpPr/>
            <p:nvPr/>
          </p:nvCxnSpPr>
          <p:spPr>
            <a:xfrm>
              <a:off x="3881200" y="3617860"/>
              <a:ext cx="5766244" cy="95702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4" name="Connector 1124"/>
            <p:cNvCxnSpPr/>
            <p:nvPr/>
          </p:nvCxnSpPr>
          <p:spPr>
            <a:xfrm>
              <a:off x="7450959" y="4000445"/>
              <a:ext cx="2196485" cy="57443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5" name="Connector 1125"/>
            <p:cNvCxnSpPr/>
            <p:nvPr/>
          </p:nvCxnSpPr>
          <p:spPr>
            <a:xfrm>
              <a:off x="6366671" y="3305739"/>
              <a:ext cx="3280773" cy="126914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Connector 1126"/>
            <p:cNvCxnSpPr/>
            <p:nvPr/>
          </p:nvCxnSpPr>
          <p:spPr>
            <a:xfrm>
              <a:off x="3529286" y="3743786"/>
              <a:ext cx="6118158" cy="83109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Connector 1127"/>
            <p:cNvCxnSpPr/>
            <p:nvPr/>
          </p:nvCxnSpPr>
          <p:spPr>
            <a:xfrm>
              <a:off x="2803934" y="3669489"/>
              <a:ext cx="6843510" cy="90539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" name="Connector 1128"/>
            <p:cNvCxnSpPr/>
            <p:nvPr/>
          </p:nvCxnSpPr>
          <p:spPr>
            <a:xfrm>
              <a:off x="4851729" y="4089682"/>
              <a:ext cx="4795715" cy="4851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Connector 1129"/>
            <p:cNvCxnSpPr/>
            <p:nvPr/>
          </p:nvCxnSpPr>
          <p:spPr>
            <a:xfrm>
              <a:off x="3509984" y="3771358"/>
              <a:ext cx="6137460" cy="80352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0" name="Connector 1130"/>
            <p:cNvCxnSpPr/>
            <p:nvPr/>
          </p:nvCxnSpPr>
          <p:spPr>
            <a:xfrm>
              <a:off x="5564444" y="4057967"/>
              <a:ext cx="4083000" cy="51691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1" name="Connector 1131"/>
            <p:cNvCxnSpPr/>
            <p:nvPr/>
          </p:nvCxnSpPr>
          <p:spPr>
            <a:xfrm>
              <a:off x="4987628" y="3981641"/>
              <a:ext cx="4659816" cy="59324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Connector 1132"/>
            <p:cNvCxnSpPr/>
            <p:nvPr/>
          </p:nvCxnSpPr>
          <p:spPr>
            <a:xfrm>
              <a:off x="6348110" y="4428406"/>
              <a:ext cx="3299334" cy="14647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" name="Connector 1133"/>
            <p:cNvCxnSpPr/>
            <p:nvPr/>
          </p:nvCxnSpPr>
          <p:spPr>
            <a:xfrm>
              <a:off x="6190920" y="4138388"/>
              <a:ext cx="3456524" cy="43649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4" name="Connector 1134"/>
            <p:cNvCxnSpPr/>
            <p:nvPr/>
          </p:nvCxnSpPr>
          <p:spPr>
            <a:xfrm>
              <a:off x="5994399" y="4244185"/>
              <a:ext cx="3653045" cy="33069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Connector 1135"/>
            <p:cNvCxnSpPr/>
            <p:nvPr/>
          </p:nvCxnSpPr>
          <p:spPr>
            <a:xfrm>
              <a:off x="5925120" y="4389921"/>
              <a:ext cx="3722324" cy="18496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6" name="Connector 1136"/>
            <p:cNvCxnSpPr/>
            <p:nvPr/>
          </p:nvCxnSpPr>
          <p:spPr>
            <a:xfrm>
              <a:off x="7325539" y="3862735"/>
              <a:ext cx="2321905" cy="71214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7" name="Connector 1137"/>
            <p:cNvCxnSpPr/>
            <p:nvPr/>
          </p:nvCxnSpPr>
          <p:spPr>
            <a:xfrm>
              <a:off x="6227291" y="4007254"/>
              <a:ext cx="3420153" cy="56762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8" name="Connector 1138"/>
            <p:cNvCxnSpPr/>
            <p:nvPr/>
          </p:nvCxnSpPr>
          <p:spPr>
            <a:xfrm>
              <a:off x="7012817" y="4466009"/>
              <a:ext cx="2634627" cy="10887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9" name="Connector 1139"/>
            <p:cNvCxnSpPr/>
            <p:nvPr/>
          </p:nvCxnSpPr>
          <p:spPr>
            <a:xfrm>
              <a:off x="5300613" y="3971516"/>
              <a:ext cx="4346831" cy="60336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0" name="Connector 1140"/>
            <p:cNvCxnSpPr/>
            <p:nvPr/>
          </p:nvCxnSpPr>
          <p:spPr>
            <a:xfrm flipH="1">
              <a:off x="7023570" y="4574881"/>
              <a:ext cx="2623874" cy="8497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Connector 1141"/>
            <p:cNvCxnSpPr/>
            <p:nvPr/>
          </p:nvCxnSpPr>
          <p:spPr>
            <a:xfrm>
              <a:off x="5891227" y="4157703"/>
              <a:ext cx="3756217" cy="41717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2" name="Connector 1142"/>
            <p:cNvCxnSpPr/>
            <p:nvPr/>
          </p:nvCxnSpPr>
          <p:spPr>
            <a:xfrm>
              <a:off x="6376323" y="4143914"/>
              <a:ext cx="3271121" cy="43096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3" name="Connector 1143"/>
            <p:cNvCxnSpPr/>
            <p:nvPr/>
          </p:nvCxnSpPr>
          <p:spPr>
            <a:xfrm>
              <a:off x="5561474" y="4010069"/>
              <a:ext cx="4085970" cy="56481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4" name="Connector 1144"/>
            <p:cNvCxnSpPr/>
            <p:nvPr/>
          </p:nvCxnSpPr>
          <p:spPr>
            <a:xfrm>
              <a:off x="5017182" y="3879477"/>
              <a:ext cx="4630262" cy="69540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5" name="Connector 1145"/>
            <p:cNvCxnSpPr/>
            <p:nvPr/>
          </p:nvCxnSpPr>
          <p:spPr>
            <a:xfrm>
              <a:off x="7738794" y="4481208"/>
              <a:ext cx="1908650" cy="9367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6" name="Connector 1146"/>
            <p:cNvCxnSpPr/>
            <p:nvPr/>
          </p:nvCxnSpPr>
          <p:spPr>
            <a:xfrm>
              <a:off x="8203719" y="3820261"/>
              <a:ext cx="1443725" cy="75462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7" name="Connector 1147"/>
            <p:cNvCxnSpPr/>
            <p:nvPr/>
          </p:nvCxnSpPr>
          <p:spPr>
            <a:xfrm>
              <a:off x="6488848" y="4305682"/>
              <a:ext cx="3158596" cy="2691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8" name="Connector 1148"/>
            <p:cNvCxnSpPr/>
            <p:nvPr/>
          </p:nvCxnSpPr>
          <p:spPr>
            <a:xfrm>
              <a:off x="6980449" y="4058350"/>
              <a:ext cx="2666995" cy="51653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9" name="Connector 1149"/>
            <p:cNvCxnSpPr/>
            <p:nvPr/>
          </p:nvCxnSpPr>
          <p:spPr>
            <a:xfrm flipH="1">
              <a:off x="7478357" y="4574881"/>
              <a:ext cx="2169087" cy="24462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0" name="Connector 1150"/>
            <p:cNvCxnSpPr/>
            <p:nvPr/>
          </p:nvCxnSpPr>
          <p:spPr>
            <a:xfrm>
              <a:off x="6910594" y="4229480"/>
              <a:ext cx="2736850" cy="34540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1" name="Connector 1151"/>
            <p:cNvCxnSpPr/>
            <p:nvPr/>
          </p:nvCxnSpPr>
          <p:spPr>
            <a:xfrm>
              <a:off x="6208504" y="4355340"/>
              <a:ext cx="3438940" cy="21954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2" name="Connector 1152"/>
            <p:cNvCxnSpPr/>
            <p:nvPr/>
          </p:nvCxnSpPr>
          <p:spPr>
            <a:xfrm>
              <a:off x="7496287" y="3169349"/>
              <a:ext cx="2151157" cy="140553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3" name="Connector 1153"/>
            <p:cNvCxnSpPr/>
            <p:nvPr/>
          </p:nvCxnSpPr>
          <p:spPr>
            <a:xfrm>
              <a:off x="5409887" y="4000000"/>
              <a:ext cx="4237557" cy="57488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4" name="Connector 1154"/>
            <p:cNvCxnSpPr/>
            <p:nvPr/>
          </p:nvCxnSpPr>
          <p:spPr>
            <a:xfrm>
              <a:off x="6113694" y="4171601"/>
              <a:ext cx="3533750" cy="40328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5" name="Connector 1155"/>
            <p:cNvCxnSpPr/>
            <p:nvPr/>
          </p:nvCxnSpPr>
          <p:spPr>
            <a:xfrm>
              <a:off x="5487809" y="4093147"/>
              <a:ext cx="4159635" cy="48173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6" name="Connector 1156"/>
            <p:cNvCxnSpPr/>
            <p:nvPr/>
          </p:nvCxnSpPr>
          <p:spPr>
            <a:xfrm flipH="1">
              <a:off x="5403304" y="4574881"/>
              <a:ext cx="4244140" cy="18702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7" name="Connector 1157"/>
            <p:cNvCxnSpPr/>
            <p:nvPr/>
          </p:nvCxnSpPr>
          <p:spPr>
            <a:xfrm>
              <a:off x="6256089" y="4187179"/>
              <a:ext cx="3391355" cy="38770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8" name="Connector 1158"/>
            <p:cNvCxnSpPr/>
            <p:nvPr/>
          </p:nvCxnSpPr>
          <p:spPr>
            <a:xfrm>
              <a:off x="6318919" y="4499205"/>
              <a:ext cx="3328525" cy="7567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9" name="Connector 1159"/>
            <p:cNvCxnSpPr/>
            <p:nvPr/>
          </p:nvCxnSpPr>
          <p:spPr>
            <a:xfrm>
              <a:off x="7493558" y="3778726"/>
              <a:ext cx="2153886" cy="79615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0" name="Connector 1160"/>
            <p:cNvCxnSpPr/>
            <p:nvPr/>
          </p:nvCxnSpPr>
          <p:spPr>
            <a:xfrm>
              <a:off x="6570062" y="4240854"/>
              <a:ext cx="3077382" cy="33402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1" name="Connector 1161"/>
            <p:cNvCxnSpPr/>
            <p:nvPr/>
          </p:nvCxnSpPr>
          <p:spPr>
            <a:xfrm>
              <a:off x="6307985" y="4110522"/>
              <a:ext cx="3339459" cy="46435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2" name="Connector 1162"/>
            <p:cNvCxnSpPr/>
            <p:nvPr/>
          </p:nvCxnSpPr>
          <p:spPr>
            <a:xfrm>
              <a:off x="6329871" y="4346394"/>
              <a:ext cx="3317573" cy="22848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3" name="Connector 1163"/>
            <p:cNvCxnSpPr/>
            <p:nvPr/>
          </p:nvCxnSpPr>
          <p:spPr>
            <a:xfrm>
              <a:off x="5656324" y="4278525"/>
              <a:ext cx="3991120" cy="29635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4" name="Connector 1164"/>
            <p:cNvCxnSpPr/>
            <p:nvPr/>
          </p:nvCxnSpPr>
          <p:spPr>
            <a:xfrm>
              <a:off x="5777753" y="4205182"/>
              <a:ext cx="3869691" cy="3696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5" name="Connector 1165"/>
            <p:cNvCxnSpPr/>
            <p:nvPr/>
          </p:nvCxnSpPr>
          <p:spPr>
            <a:xfrm>
              <a:off x="7117426" y="4387235"/>
              <a:ext cx="2530018" cy="18764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6" name="Connector 1166"/>
            <p:cNvCxnSpPr/>
            <p:nvPr/>
          </p:nvCxnSpPr>
          <p:spPr>
            <a:xfrm>
              <a:off x="6969823" y="3987766"/>
              <a:ext cx="2677621" cy="5871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7" name="Connector 1167"/>
            <p:cNvCxnSpPr/>
            <p:nvPr/>
          </p:nvCxnSpPr>
          <p:spPr>
            <a:xfrm>
              <a:off x="6067880" y="4342669"/>
              <a:ext cx="3579564" cy="23221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8" name="Connector 1168"/>
            <p:cNvCxnSpPr/>
            <p:nvPr/>
          </p:nvCxnSpPr>
          <p:spPr>
            <a:xfrm>
              <a:off x="6140309" y="4094536"/>
              <a:ext cx="3507135" cy="48034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9" name="Connector 1169"/>
            <p:cNvCxnSpPr/>
            <p:nvPr/>
          </p:nvCxnSpPr>
          <p:spPr>
            <a:xfrm>
              <a:off x="6505988" y="4266785"/>
              <a:ext cx="3141456" cy="30809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0" name="Connector 1170"/>
            <p:cNvCxnSpPr/>
            <p:nvPr/>
          </p:nvCxnSpPr>
          <p:spPr>
            <a:xfrm>
              <a:off x="6956212" y="4387049"/>
              <a:ext cx="2691232" cy="18783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1" name="Connector 1171"/>
            <p:cNvCxnSpPr/>
            <p:nvPr/>
          </p:nvCxnSpPr>
          <p:spPr>
            <a:xfrm>
              <a:off x="6362453" y="4336708"/>
              <a:ext cx="3284991" cy="23817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2" name="Connector 1172"/>
            <p:cNvCxnSpPr/>
            <p:nvPr/>
          </p:nvCxnSpPr>
          <p:spPr>
            <a:xfrm>
              <a:off x="6833018" y="4310197"/>
              <a:ext cx="2814426" cy="26468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3" name="Connector 1173"/>
            <p:cNvCxnSpPr/>
            <p:nvPr/>
          </p:nvCxnSpPr>
          <p:spPr>
            <a:xfrm>
              <a:off x="6019501" y="4178921"/>
              <a:ext cx="3627943" cy="39596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4" name="Connector 1174"/>
            <p:cNvCxnSpPr/>
            <p:nvPr/>
          </p:nvCxnSpPr>
          <p:spPr>
            <a:xfrm>
              <a:off x="6433462" y="4121605"/>
              <a:ext cx="3213982" cy="45327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5" name="Connector 1175"/>
            <p:cNvCxnSpPr/>
            <p:nvPr/>
          </p:nvCxnSpPr>
          <p:spPr>
            <a:xfrm>
              <a:off x="6807740" y="4464266"/>
              <a:ext cx="2839704" cy="1106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6" name="Connector 1176"/>
            <p:cNvCxnSpPr/>
            <p:nvPr/>
          </p:nvCxnSpPr>
          <p:spPr>
            <a:xfrm flipH="1">
              <a:off x="6813284" y="4457407"/>
              <a:ext cx="333763" cy="6951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7" name="Connector 1177"/>
            <p:cNvCxnSpPr/>
            <p:nvPr/>
          </p:nvCxnSpPr>
          <p:spPr>
            <a:xfrm>
              <a:off x="6138994" y="4401414"/>
              <a:ext cx="674290" cy="12550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8" name="Connector 1178"/>
            <p:cNvCxnSpPr/>
            <p:nvPr/>
          </p:nvCxnSpPr>
          <p:spPr>
            <a:xfrm>
              <a:off x="6172052" y="4360184"/>
              <a:ext cx="641232" cy="16673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9" name="Connector 1179"/>
            <p:cNvCxnSpPr/>
            <p:nvPr/>
          </p:nvCxnSpPr>
          <p:spPr>
            <a:xfrm>
              <a:off x="6348110" y="4428406"/>
              <a:ext cx="465174" cy="985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0" name="Connector 1180"/>
            <p:cNvCxnSpPr/>
            <p:nvPr/>
          </p:nvCxnSpPr>
          <p:spPr>
            <a:xfrm>
              <a:off x="5925120" y="4389921"/>
              <a:ext cx="888164" cy="13700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1" name="Connector 1181"/>
            <p:cNvCxnSpPr/>
            <p:nvPr/>
          </p:nvCxnSpPr>
          <p:spPr>
            <a:xfrm>
              <a:off x="6329871" y="4346394"/>
              <a:ext cx="483413" cy="18052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2" name="Connector 1182"/>
            <p:cNvCxnSpPr/>
            <p:nvPr/>
          </p:nvCxnSpPr>
          <p:spPr>
            <a:xfrm>
              <a:off x="5942839" y="4076938"/>
              <a:ext cx="3704605" cy="49794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3" name="Connector 1183"/>
            <p:cNvCxnSpPr/>
            <p:nvPr/>
          </p:nvCxnSpPr>
          <p:spPr>
            <a:xfrm>
              <a:off x="6172052" y="4360184"/>
              <a:ext cx="3475392" cy="21469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4" name="Connector 1184"/>
            <p:cNvCxnSpPr/>
            <p:nvPr/>
          </p:nvCxnSpPr>
          <p:spPr>
            <a:xfrm>
              <a:off x="6172052" y="4360184"/>
              <a:ext cx="641232" cy="16673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5" name="Connector 1185"/>
            <p:cNvCxnSpPr/>
            <p:nvPr/>
          </p:nvCxnSpPr>
          <p:spPr>
            <a:xfrm>
              <a:off x="6172052" y="4360184"/>
              <a:ext cx="715942" cy="26518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Connector 1186"/>
            <p:cNvCxnSpPr/>
            <p:nvPr/>
          </p:nvCxnSpPr>
          <p:spPr>
            <a:xfrm>
              <a:off x="5874139" y="4214301"/>
              <a:ext cx="1013855" cy="41107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7" name="Connector 1187"/>
            <p:cNvCxnSpPr/>
            <p:nvPr/>
          </p:nvCxnSpPr>
          <p:spPr>
            <a:xfrm>
              <a:off x="6190024" y="3772871"/>
              <a:ext cx="1033762" cy="36426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8" name="Connector 1188"/>
            <p:cNvCxnSpPr/>
            <p:nvPr/>
          </p:nvCxnSpPr>
          <p:spPr>
            <a:xfrm>
              <a:off x="5823640" y="4220898"/>
              <a:ext cx="728182" cy="41746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9" name="Connector 1189"/>
            <p:cNvCxnSpPr/>
            <p:nvPr/>
          </p:nvCxnSpPr>
          <p:spPr>
            <a:xfrm>
              <a:off x="6272310" y="4460710"/>
              <a:ext cx="279512" cy="17765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0" name="Connector 1190"/>
            <p:cNvCxnSpPr/>
            <p:nvPr/>
          </p:nvCxnSpPr>
          <p:spPr>
            <a:xfrm>
              <a:off x="6551822" y="4638367"/>
              <a:ext cx="471748" cy="2149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1" name="Connector 1191"/>
            <p:cNvCxnSpPr/>
            <p:nvPr/>
          </p:nvCxnSpPr>
          <p:spPr>
            <a:xfrm>
              <a:off x="5561474" y="4010069"/>
              <a:ext cx="990348" cy="62829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2" name="Connector 1192"/>
            <p:cNvCxnSpPr/>
            <p:nvPr/>
          </p:nvCxnSpPr>
          <p:spPr>
            <a:xfrm>
              <a:off x="6318919" y="4499205"/>
              <a:ext cx="232903" cy="13916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3" name="Connector 1193"/>
            <p:cNvCxnSpPr/>
            <p:nvPr/>
          </p:nvCxnSpPr>
          <p:spPr>
            <a:xfrm>
              <a:off x="5564444" y="4057967"/>
              <a:ext cx="4083000" cy="51691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Connector 1194"/>
            <p:cNvCxnSpPr/>
            <p:nvPr/>
          </p:nvCxnSpPr>
          <p:spPr>
            <a:xfrm>
              <a:off x="3829834" y="3808122"/>
              <a:ext cx="5817610" cy="76675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5" name="Connector 1195"/>
            <p:cNvCxnSpPr/>
            <p:nvPr/>
          </p:nvCxnSpPr>
          <p:spPr>
            <a:xfrm>
              <a:off x="6348110" y="4428406"/>
              <a:ext cx="465174" cy="985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6" name="Connector 1196"/>
            <p:cNvCxnSpPr/>
            <p:nvPr/>
          </p:nvCxnSpPr>
          <p:spPr>
            <a:xfrm>
              <a:off x="6190920" y="4138388"/>
              <a:ext cx="3456524" cy="43649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7" name="Connector 1197"/>
            <p:cNvCxnSpPr/>
            <p:nvPr/>
          </p:nvCxnSpPr>
          <p:spPr>
            <a:xfrm flipH="1">
              <a:off x="7223786" y="3862735"/>
              <a:ext cx="101753" cy="27440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8" name="Connector 1198"/>
            <p:cNvCxnSpPr/>
            <p:nvPr/>
          </p:nvCxnSpPr>
          <p:spPr>
            <a:xfrm flipH="1">
              <a:off x="7325539" y="2393011"/>
              <a:ext cx="891085" cy="146972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9" name="Connector 1199"/>
            <p:cNvCxnSpPr/>
            <p:nvPr/>
          </p:nvCxnSpPr>
          <p:spPr>
            <a:xfrm>
              <a:off x="6227291" y="4007254"/>
              <a:ext cx="3420153" cy="56762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0" name="Connector 1200"/>
            <p:cNvCxnSpPr/>
            <p:nvPr/>
          </p:nvCxnSpPr>
          <p:spPr>
            <a:xfrm>
              <a:off x="5850184" y="3904702"/>
              <a:ext cx="3797260" cy="67017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1" name="Connector 1201"/>
            <p:cNvCxnSpPr/>
            <p:nvPr/>
          </p:nvCxnSpPr>
          <p:spPr>
            <a:xfrm flipH="1">
              <a:off x="7496287" y="2632002"/>
              <a:ext cx="591276" cy="53734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2" name="Connector 1202"/>
            <p:cNvCxnSpPr/>
            <p:nvPr/>
          </p:nvCxnSpPr>
          <p:spPr>
            <a:xfrm>
              <a:off x="7012817" y="4466009"/>
              <a:ext cx="2634627" cy="10887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3" name="Connector 1203"/>
            <p:cNvCxnSpPr/>
            <p:nvPr/>
          </p:nvCxnSpPr>
          <p:spPr>
            <a:xfrm flipH="1">
              <a:off x="5561474" y="3554140"/>
              <a:ext cx="780862" cy="45592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4" name="Connector 1204"/>
            <p:cNvCxnSpPr/>
            <p:nvPr/>
          </p:nvCxnSpPr>
          <p:spPr>
            <a:xfrm>
              <a:off x="6342336" y="3554140"/>
              <a:ext cx="638113" cy="50421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5" name="Connector 1205"/>
            <p:cNvCxnSpPr/>
            <p:nvPr/>
          </p:nvCxnSpPr>
          <p:spPr>
            <a:xfrm flipH="1">
              <a:off x="5823640" y="3039825"/>
              <a:ext cx="1570470" cy="118107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6" name="Connector 1206"/>
            <p:cNvCxnSpPr/>
            <p:nvPr/>
          </p:nvCxnSpPr>
          <p:spPr>
            <a:xfrm flipH="1">
              <a:off x="3881200" y="3039825"/>
              <a:ext cx="3512910" cy="57803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7" name="Connector 1207"/>
            <p:cNvCxnSpPr/>
            <p:nvPr/>
          </p:nvCxnSpPr>
          <p:spPr>
            <a:xfrm flipH="1">
              <a:off x="6366671" y="3039825"/>
              <a:ext cx="1027439" cy="26591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8" name="Connector 1208"/>
            <p:cNvCxnSpPr/>
            <p:nvPr/>
          </p:nvCxnSpPr>
          <p:spPr>
            <a:xfrm>
              <a:off x="7394110" y="3039825"/>
              <a:ext cx="102177" cy="12952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9" name="Connector 1209"/>
            <p:cNvCxnSpPr/>
            <p:nvPr/>
          </p:nvCxnSpPr>
          <p:spPr>
            <a:xfrm flipH="1">
              <a:off x="6625085" y="3039825"/>
              <a:ext cx="769025" cy="93845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0" name="Connector 1210"/>
            <p:cNvCxnSpPr/>
            <p:nvPr/>
          </p:nvCxnSpPr>
          <p:spPr>
            <a:xfrm flipH="1">
              <a:off x="4711601" y="2393011"/>
              <a:ext cx="3505023" cy="110154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1" name="Connector 1211"/>
            <p:cNvCxnSpPr/>
            <p:nvPr/>
          </p:nvCxnSpPr>
          <p:spPr>
            <a:xfrm flipH="1">
              <a:off x="6366671" y="2393011"/>
              <a:ext cx="1849953" cy="91272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2" name="Connector 1212"/>
            <p:cNvCxnSpPr/>
            <p:nvPr/>
          </p:nvCxnSpPr>
          <p:spPr>
            <a:xfrm>
              <a:off x="6613980" y="4216019"/>
              <a:ext cx="409590" cy="44383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3" name="Connector 1213"/>
            <p:cNvCxnSpPr/>
            <p:nvPr/>
          </p:nvCxnSpPr>
          <p:spPr>
            <a:xfrm>
              <a:off x="7425506" y="2671771"/>
              <a:ext cx="2221938" cy="190311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4" name="Connector 1214"/>
            <p:cNvCxnSpPr/>
            <p:nvPr/>
          </p:nvCxnSpPr>
          <p:spPr>
            <a:xfrm>
              <a:off x="3246956" y="3712317"/>
              <a:ext cx="6400488" cy="86256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5" name="Connector 1215"/>
            <p:cNvCxnSpPr/>
            <p:nvPr/>
          </p:nvCxnSpPr>
          <p:spPr>
            <a:xfrm flipH="1">
              <a:off x="6376323" y="3817906"/>
              <a:ext cx="1028340" cy="32600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6" name="Connector 1216"/>
            <p:cNvCxnSpPr/>
            <p:nvPr/>
          </p:nvCxnSpPr>
          <p:spPr>
            <a:xfrm>
              <a:off x="5561474" y="4010069"/>
              <a:ext cx="4085970" cy="56481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7" name="Connector 1217"/>
            <p:cNvCxnSpPr/>
            <p:nvPr/>
          </p:nvCxnSpPr>
          <p:spPr>
            <a:xfrm>
              <a:off x="5561474" y="4010069"/>
              <a:ext cx="990348" cy="62829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8" name="Connector 1218"/>
            <p:cNvCxnSpPr/>
            <p:nvPr/>
          </p:nvCxnSpPr>
          <p:spPr>
            <a:xfrm flipH="1">
              <a:off x="5561474" y="3554140"/>
              <a:ext cx="780862" cy="45592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9" name="Connector 1219"/>
            <p:cNvCxnSpPr/>
            <p:nvPr/>
          </p:nvCxnSpPr>
          <p:spPr>
            <a:xfrm>
              <a:off x="3205204" y="3950508"/>
              <a:ext cx="1984935" cy="127927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0" name="Connector 1220"/>
            <p:cNvCxnSpPr/>
            <p:nvPr/>
          </p:nvCxnSpPr>
          <p:spPr>
            <a:xfrm flipH="1">
              <a:off x="5190139" y="4962779"/>
              <a:ext cx="302470" cy="2669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1" name="Connector 1221"/>
            <p:cNvCxnSpPr/>
            <p:nvPr/>
          </p:nvCxnSpPr>
          <p:spPr>
            <a:xfrm flipH="1">
              <a:off x="5190139" y="4761907"/>
              <a:ext cx="213165" cy="46787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2" name="Connector 1222"/>
            <p:cNvCxnSpPr/>
            <p:nvPr/>
          </p:nvCxnSpPr>
          <p:spPr>
            <a:xfrm>
              <a:off x="7404663" y="3817906"/>
              <a:ext cx="334131" cy="66330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3" name="Connector 1223"/>
            <p:cNvCxnSpPr/>
            <p:nvPr/>
          </p:nvCxnSpPr>
          <p:spPr>
            <a:xfrm>
              <a:off x="6488848" y="4305682"/>
              <a:ext cx="3158596" cy="2691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4" name="Connector 1224"/>
            <p:cNvCxnSpPr/>
            <p:nvPr/>
          </p:nvCxnSpPr>
          <p:spPr>
            <a:xfrm flipH="1">
              <a:off x="7478357" y="4574881"/>
              <a:ext cx="2169087" cy="24462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5" name="Connector 1225"/>
            <p:cNvCxnSpPr/>
            <p:nvPr/>
          </p:nvCxnSpPr>
          <p:spPr>
            <a:xfrm>
              <a:off x="6887994" y="4625372"/>
              <a:ext cx="590363" cy="19413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6" name="Connector 1226"/>
            <p:cNvCxnSpPr/>
            <p:nvPr/>
          </p:nvCxnSpPr>
          <p:spPr>
            <a:xfrm>
              <a:off x="8516739" y="1806471"/>
              <a:ext cx="1130705" cy="276841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7" name="Connector 1227"/>
            <p:cNvCxnSpPr/>
            <p:nvPr/>
          </p:nvCxnSpPr>
          <p:spPr>
            <a:xfrm flipH="1">
              <a:off x="6625085" y="3817906"/>
              <a:ext cx="779578" cy="16037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8" name="Connector 1228"/>
            <p:cNvCxnSpPr/>
            <p:nvPr/>
          </p:nvCxnSpPr>
          <p:spPr>
            <a:xfrm>
              <a:off x="6625085" y="3978277"/>
              <a:ext cx="3022359" cy="59660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9" name="Connector 1229"/>
            <p:cNvCxnSpPr/>
            <p:nvPr/>
          </p:nvCxnSpPr>
          <p:spPr>
            <a:xfrm>
              <a:off x="5839631" y="4503118"/>
              <a:ext cx="3807813" cy="7176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0" name="Connector 1230"/>
            <p:cNvCxnSpPr/>
            <p:nvPr/>
          </p:nvCxnSpPr>
          <p:spPr>
            <a:xfrm>
              <a:off x="5686899" y="4112102"/>
              <a:ext cx="152732" cy="39101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1" name="Connector 1231"/>
            <p:cNvCxnSpPr/>
            <p:nvPr/>
          </p:nvCxnSpPr>
          <p:spPr>
            <a:xfrm>
              <a:off x="6113694" y="4171601"/>
              <a:ext cx="3533750" cy="40328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2" name="Connector 1232"/>
            <p:cNvCxnSpPr/>
            <p:nvPr/>
          </p:nvCxnSpPr>
          <p:spPr>
            <a:xfrm flipH="1">
              <a:off x="5487809" y="3817906"/>
              <a:ext cx="1916854" cy="27524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3" name="Connector 1233"/>
            <p:cNvCxnSpPr/>
            <p:nvPr/>
          </p:nvCxnSpPr>
          <p:spPr>
            <a:xfrm flipH="1">
              <a:off x="5190139" y="4761907"/>
              <a:ext cx="213165" cy="46787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4" name="Connector 1234"/>
            <p:cNvCxnSpPr/>
            <p:nvPr/>
          </p:nvCxnSpPr>
          <p:spPr>
            <a:xfrm>
              <a:off x="6530270" y="4448377"/>
              <a:ext cx="3117174" cy="12650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5" name="Connector 1235"/>
            <p:cNvCxnSpPr/>
            <p:nvPr/>
          </p:nvCxnSpPr>
          <p:spPr>
            <a:xfrm>
              <a:off x="2743650" y="3740575"/>
              <a:ext cx="2729714" cy="56865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6" name="Connector 1236"/>
            <p:cNvCxnSpPr/>
            <p:nvPr/>
          </p:nvCxnSpPr>
          <p:spPr>
            <a:xfrm>
              <a:off x="2397675" y="3640047"/>
              <a:ext cx="3075689" cy="66918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7" name="Connector 1237"/>
            <p:cNvCxnSpPr/>
            <p:nvPr/>
          </p:nvCxnSpPr>
          <p:spPr>
            <a:xfrm flipH="1">
              <a:off x="5473364" y="4220898"/>
              <a:ext cx="350276" cy="8833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Connector 1238"/>
            <p:cNvCxnSpPr/>
            <p:nvPr/>
          </p:nvCxnSpPr>
          <p:spPr>
            <a:xfrm>
              <a:off x="3205204" y="3950508"/>
              <a:ext cx="2268160" cy="35872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9" name="Connector 1239"/>
            <p:cNvCxnSpPr/>
            <p:nvPr/>
          </p:nvCxnSpPr>
          <p:spPr>
            <a:xfrm>
              <a:off x="5473364" y="4309234"/>
              <a:ext cx="1673683" cy="14817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0" name="Connector 1240"/>
            <p:cNvCxnSpPr/>
            <p:nvPr/>
          </p:nvCxnSpPr>
          <p:spPr>
            <a:xfrm>
              <a:off x="5473364" y="4309234"/>
              <a:ext cx="874746" cy="11917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Connector 1241"/>
            <p:cNvCxnSpPr/>
            <p:nvPr/>
          </p:nvCxnSpPr>
          <p:spPr>
            <a:xfrm>
              <a:off x="7223786" y="4137136"/>
              <a:ext cx="225696" cy="37151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2" name="Connector 1242"/>
            <p:cNvCxnSpPr/>
            <p:nvPr/>
          </p:nvCxnSpPr>
          <p:spPr>
            <a:xfrm>
              <a:off x="7449482" y="4508648"/>
              <a:ext cx="2197962" cy="6623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3" name="Connector 1243"/>
            <p:cNvCxnSpPr/>
            <p:nvPr/>
          </p:nvCxnSpPr>
          <p:spPr>
            <a:xfrm>
              <a:off x="5996783" y="4084062"/>
              <a:ext cx="3650661" cy="49081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4" name="Connector 1244"/>
            <p:cNvCxnSpPr/>
            <p:nvPr/>
          </p:nvCxnSpPr>
          <p:spPr>
            <a:xfrm>
              <a:off x="6256089" y="4187179"/>
              <a:ext cx="3391355" cy="38770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Connector 1245"/>
            <p:cNvCxnSpPr/>
            <p:nvPr/>
          </p:nvCxnSpPr>
          <p:spPr>
            <a:xfrm>
              <a:off x="6318919" y="4499205"/>
              <a:ext cx="232903" cy="13916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6" name="Connector 1246"/>
            <p:cNvCxnSpPr/>
            <p:nvPr/>
          </p:nvCxnSpPr>
          <p:spPr>
            <a:xfrm>
              <a:off x="7493558" y="3778726"/>
              <a:ext cx="2153886" cy="79615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7" name="Connector 1247"/>
            <p:cNvCxnSpPr/>
            <p:nvPr/>
          </p:nvCxnSpPr>
          <p:spPr>
            <a:xfrm flipH="1">
              <a:off x="6570062" y="4137136"/>
              <a:ext cx="653724" cy="10371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8" name="Connector 1248"/>
            <p:cNvCxnSpPr/>
            <p:nvPr/>
          </p:nvCxnSpPr>
          <p:spPr>
            <a:xfrm flipH="1">
              <a:off x="6307985" y="3817906"/>
              <a:ext cx="1096678" cy="29261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9" name="Connector 1249"/>
            <p:cNvCxnSpPr/>
            <p:nvPr/>
          </p:nvCxnSpPr>
          <p:spPr>
            <a:xfrm>
              <a:off x="6329871" y="4346394"/>
              <a:ext cx="3317573" cy="22848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Connector 1250"/>
            <p:cNvCxnSpPr/>
            <p:nvPr/>
          </p:nvCxnSpPr>
          <p:spPr>
            <a:xfrm>
              <a:off x="6329871" y="4346394"/>
              <a:ext cx="483413" cy="18052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Connector 1251"/>
            <p:cNvCxnSpPr/>
            <p:nvPr/>
          </p:nvCxnSpPr>
          <p:spPr>
            <a:xfrm flipH="1">
              <a:off x="7124026" y="3817906"/>
              <a:ext cx="280637" cy="17924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2" name="Connector 1252"/>
            <p:cNvCxnSpPr/>
            <p:nvPr/>
          </p:nvCxnSpPr>
          <p:spPr>
            <a:xfrm>
              <a:off x="7124026" y="3997149"/>
              <a:ext cx="2523418" cy="57773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3" name="Connector 1253"/>
            <p:cNvCxnSpPr/>
            <p:nvPr/>
          </p:nvCxnSpPr>
          <p:spPr>
            <a:xfrm flipH="1">
              <a:off x="6813284" y="3997149"/>
              <a:ext cx="310742" cy="52977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4" name="Connector 1254"/>
            <p:cNvCxnSpPr/>
            <p:nvPr/>
          </p:nvCxnSpPr>
          <p:spPr>
            <a:xfrm>
              <a:off x="8029088" y="4479030"/>
              <a:ext cx="1618356" cy="9585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Connector 1255"/>
            <p:cNvCxnSpPr/>
            <p:nvPr/>
          </p:nvCxnSpPr>
          <p:spPr>
            <a:xfrm>
              <a:off x="5321568" y="4020220"/>
              <a:ext cx="4325876" cy="55466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6" name="Connector 1256"/>
            <p:cNvCxnSpPr/>
            <p:nvPr/>
          </p:nvCxnSpPr>
          <p:spPr>
            <a:xfrm>
              <a:off x="5321568" y="4020220"/>
              <a:ext cx="4325876" cy="55466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7" name="Connector 1257"/>
            <p:cNvCxnSpPr/>
            <p:nvPr/>
          </p:nvCxnSpPr>
          <p:spPr>
            <a:xfrm>
              <a:off x="6969823" y="3987766"/>
              <a:ext cx="2677621" cy="5871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8" name="Connector 1258"/>
            <p:cNvCxnSpPr/>
            <p:nvPr/>
          </p:nvCxnSpPr>
          <p:spPr>
            <a:xfrm>
              <a:off x="6162985" y="4138062"/>
              <a:ext cx="3484459" cy="43681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" name="Connector 1259"/>
            <p:cNvCxnSpPr/>
            <p:nvPr/>
          </p:nvCxnSpPr>
          <p:spPr>
            <a:xfrm>
              <a:off x="6140309" y="4094536"/>
              <a:ext cx="3507135" cy="48034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0" name="Connector 1260"/>
            <p:cNvCxnSpPr/>
            <p:nvPr/>
          </p:nvCxnSpPr>
          <p:spPr>
            <a:xfrm>
              <a:off x="6833018" y="4310197"/>
              <a:ext cx="2814426" cy="26468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1" name="Connector 1261"/>
            <p:cNvCxnSpPr/>
            <p:nvPr/>
          </p:nvCxnSpPr>
          <p:spPr>
            <a:xfrm flipH="1">
              <a:off x="6019501" y="3817906"/>
              <a:ext cx="1385162" cy="3610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2" name="Connector 1262"/>
            <p:cNvCxnSpPr/>
            <p:nvPr/>
          </p:nvCxnSpPr>
          <p:spPr>
            <a:xfrm>
              <a:off x="6019501" y="4178921"/>
              <a:ext cx="3627943" cy="39596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3" name="Connector 1263"/>
            <p:cNvCxnSpPr/>
            <p:nvPr/>
          </p:nvCxnSpPr>
          <p:spPr>
            <a:xfrm>
              <a:off x="6019501" y="4178921"/>
              <a:ext cx="868493" cy="44645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4" name="Connector 1264"/>
            <p:cNvCxnSpPr/>
            <p:nvPr/>
          </p:nvCxnSpPr>
          <p:spPr>
            <a:xfrm flipH="1">
              <a:off x="6433462" y="3817906"/>
              <a:ext cx="971201" cy="3036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5" name="Connector 1265"/>
            <p:cNvCxnSpPr/>
            <p:nvPr/>
          </p:nvCxnSpPr>
          <p:spPr>
            <a:xfrm>
              <a:off x="6433462" y="4121605"/>
              <a:ext cx="3213982" cy="45327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6" name="Connector 1266"/>
            <p:cNvCxnSpPr/>
            <p:nvPr/>
          </p:nvCxnSpPr>
          <p:spPr>
            <a:xfrm>
              <a:off x="6807740" y="4464266"/>
              <a:ext cx="2839704" cy="1106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Connector 1267"/>
            <p:cNvCxnSpPr/>
            <p:nvPr/>
          </p:nvCxnSpPr>
          <p:spPr>
            <a:xfrm>
              <a:off x="6785704" y="4365108"/>
              <a:ext cx="2861740" cy="20977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8" name="Connector 1268"/>
            <p:cNvCxnSpPr/>
            <p:nvPr/>
          </p:nvCxnSpPr>
          <p:spPr>
            <a:xfrm>
              <a:off x="4766598" y="4283378"/>
              <a:ext cx="423541" cy="94640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9" name="Connector 1269"/>
            <p:cNvCxnSpPr/>
            <p:nvPr/>
          </p:nvCxnSpPr>
          <p:spPr>
            <a:xfrm flipH="1">
              <a:off x="7223786" y="3593400"/>
              <a:ext cx="501624" cy="54373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0" name="Connector 1270"/>
            <p:cNvCxnSpPr/>
            <p:nvPr/>
          </p:nvCxnSpPr>
          <p:spPr>
            <a:xfrm>
              <a:off x="7725410" y="3593400"/>
              <a:ext cx="1922034" cy="98148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1" name="Connector 1271"/>
            <p:cNvCxnSpPr/>
            <p:nvPr/>
          </p:nvCxnSpPr>
          <p:spPr>
            <a:xfrm flipH="1">
              <a:off x="7725410" y="2632002"/>
              <a:ext cx="362153" cy="96139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2" name="Connector 1272"/>
            <p:cNvCxnSpPr/>
            <p:nvPr/>
          </p:nvCxnSpPr>
          <p:spPr>
            <a:xfrm flipH="1">
              <a:off x="6914864" y="4574881"/>
              <a:ext cx="2732580" cy="1416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3" name="Connector 1273"/>
            <p:cNvCxnSpPr/>
            <p:nvPr/>
          </p:nvCxnSpPr>
          <p:spPr>
            <a:xfrm flipH="1">
              <a:off x="6337057" y="3934171"/>
              <a:ext cx="724116" cy="35087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Connector 1274"/>
            <p:cNvCxnSpPr/>
            <p:nvPr/>
          </p:nvCxnSpPr>
          <p:spPr>
            <a:xfrm flipH="1">
              <a:off x="7061173" y="3820261"/>
              <a:ext cx="1142546" cy="11391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Connector 1275"/>
            <p:cNvCxnSpPr/>
            <p:nvPr/>
          </p:nvCxnSpPr>
          <p:spPr>
            <a:xfrm flipH="1">
              <a:off x="7061173" y="3169349"/>
              <a:ext cx="435114" cy="76482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6" name="Connector 1276"/>
            <p:cNvCxnSpPr/>
            <p:nvPr/>
          </p:nvCxnSpPr>
          <p:spPr>
            <a:xfrm>
              <a:off x="6337016" y="4219407"/>
              <a:ext cx="3310428" cy="35547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7" name="Connector 1277"/>
            <p:cNvCxnSpPr/>
            <p:nvPr/>
          </p:nvCxnSpPr>
          <p:spPr>
            <a:xfrm flipH="1">
              <a:off x="9945929" y="805261"/>
              <a:ext cx="205724" cy="79591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8" name="Connector 1278"/>
            <p:cNvCxnSpPr/>
            <p:nvPr/>
          </p:nvCxnSpPr>
          <p:spPr>
            <a:xfrm flipH="1">
              <a:off x="9647444" y="805261"/>
              <a:ext cx="504209" cy="376962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9" name="Connector 1279"/>
            <p:cNvCxnSpPr/>
            <p:nvPr/>
          </p:nvCxnSpPr>
          <p:spPr>
            <a:xfrm flipH="1">
              <a:off x="8216624" y="805261"/>
              <a:ext cx="1935029" cy="158775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0" name="Connector 1280"/>
            <p:cNvCxnSpPr/>
            <p:nvPr/>
          </p:nvCxnSpPr>
          <p:spPr>
            <a:xfrm>
              <a:off x="5420665" y="4018186"/>
              <a:ext cx="4226779" cy="55669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1" name="Connector 1281"/>
            <p:cNvCxnSpPr/>
            <p:nvPr/>
          </p:nvCxnSpPr>
          <p:spPr>
            <a:xfrm>
              <a:off x="5872427" y="4269302"/>
              <a:ext cx="1015567" cy="35607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2" name="Connector 1282"/>
            <p:cNvCxnSpPr/>
            <p:nvPr/>
          </p:nvCxnSpPr>
          <p:spPr>
            <a:xfrm>
              <a:off x="2743650" y="3740575"/>
              <a:ext cx="4144344" cy="88479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3" name="Connector 1283"/>
            <p:cNvCxnSpPr/>
            <p:nvPr/>
          </p:nvCxnSpPr>
          <p:spPr>
            <a:xfrm>
              <a:off x="2183738" y="3584516"/>
              <a:ext cx="4704256" cy="104085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Connector 1284"/>
            <p:cNvCxnSpPr/>
            <p:nvPr/>
          </p:nvCxnSpPr>
          <p:spPr>
            <a:xfrm>
              <a:off x="2198613" y="3641807"/>
              <a:ext cx="4689381" cy="98356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Connector 1285"/>
            <p:cNvCxnSpPr/>
            <p:nvPr/>
          </p:nvCxnSpPr>
          <p:spPr>
            <a:xfrm>
              <a:off x="5871904" y="4365604"/>
              <a:ext cx="1016090" cy="25976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Connector 1286"/>
            <p:cNvCxnSpPr/>
            <p:nvPr/>
          </p:nvCxnSpPr>
          <p:spPr>
            <a:xfrm>
              <a:off x="3205204" y="3950508"/>
              <a:ext cx="3682790" cy="67486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Connector 1287"/>
            <p:cNvCxnSpPr/>
            <p:nvPr/>
          </p:nvCxnSpPr>
          <p:spPr>
            <a:xfrm>
              <a:off x="2355514" y="3612267"/>
              <a:ext cx="4532480" cy="101310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8" name="Connector 1288"/>
            <p:cNvCxnSpPr/>
            <p:nvPr/>
          </p:nvCxnSpPr>
          <p:spPr>
            <a:xfrm>
              <a:off x="2040040" y="3604314"/>
              <a:ext cx="4847954" cy="102105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Connector 1289"/>
            <p:cNvCxnSpPr/>
            <p:nvPr/>
          </p:nvCxnSpPr>
          <p:spPr>
            <a:xfrm>
              <a:off x="2774192" y="3742236"/>
              <a:ext cx="4113802" cy="88313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Connector 1290"/>
            <p:cNvCxnSpPr/>
            <p:nvPr/>
          </p:nvCxnSpPr>
          <p:spPr>
            <a:xfrm>
              <a:off x="2772237" y="3725806"/>
              <a:ext cx="4115757" cy="89956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Connector 1291"/>
            <p:cNvCxnSpPr/>
            <p:nvPr/>
          </p:nvCxnSpPr>
          <p:spPr>
            <a:xfrm>
              <a:off x="2741145" y="3691619"/>
              <a:ext cx="4146849" cy="93375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Connector 1292"/>
            <p:cNvCxnSpPr/>
            <p:nvPr/>
          </p:nvCxnSpPr>
          <p:spPr>
            <a:xfrm>
              <a:off x="2435000" y="3698925"/>
              <a:ext cx="4452994" cy="92644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Connector 1293"/>
            <p:cNvCxnSpPr/>
            <p:nvPr/>
          </p:nvCxnSpPr>
          <p:spPr>
            <a:xfrm>
              <a:off x="2089513" y="3605587"/>
              <a:ext cx="4798481" cy="101978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Connector 1294"/>
            <p:cNvCxnSpPr/>
            <p:nvPr/>
          </p:nvCxnSpPr>
          <p:spPr>
            <a:xfrm>
              <a:off x="5225503" y="4106496"/>
              <a:ext cx="1662491" cy="51887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Connector 1295"/>
            <p:cNvCxnSpPr/>
            <p:nvPr/>
          </p:nvCxnSpPr>
          <p:spPr>
            <a:xfrm>
              <a:off x="4036002" y="3983049"/>
              <a:ext cx="2851992" cy="64232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6" name="Connector 1296"/>
            <p:cNvCxnSpPr/>
            <p:nvPr/>
          </p:nvCxnSpPr>
          <p:spPr>
            <a:xfrm>
              <a:off x="4705847" y="3775343"/>
              <a:ext cx="2182147" cy="85002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7" name="Connector 1297"/>
            <p:cNvCxnSpPr/>
            <p:nvPr/>
          </p:nvCxnSpPr>
          <p:spPr>
            <a:xfrm>
              <a:off x="4711601" y="3494557"/>
              <a:ext cx="2176393" cy="11308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8" name="Connector 1298"/>
            <p:cNvCxnSpPr/>
            <p:nvPr/>
          </p:nvCxnSpPr>
          <p:spPr>
            <a:xfrm>
              <a:off x="6172052" y="4360184"/>
              <a:ext cx="715942" cy="26518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9" name="Connector 1299"/>
            <p:cNvCxnSpPr/>
            <p:nvPr/>
          </p:nvCxnSpPr>
          <p:spPr>
            <a:xfrm>
              <a:off x="5874139" y="4214301"/>
              <a:ext cx="1013855" cy="41107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Connector 1300"/>
            <p:cNvCxnSpPr/>
            <p:nvPr/>
          </p:nvCxnSpPr>
          <p:spPr>
            <a:xfrm>
              <a:off x="4851729" y="4089682"/>
              <a:ext cx="2036265" cy="53569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1" name="Connector 1301"/>
            <p:cNvCxnSpPr/>
            <p:nvPr/>
          </p:nvCxnSpPr>
          <p:spPr>
            <a:xfrm>
              <a:off x="3509984" y="3771358"/>
              <a:ext cx="3378010" cy="85401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2" name="Connector 1302"/>
            <p:cNvCxnSpPr/>
            <p:nvPr/>
          </p:nvCxnSpPr>
          <p:spPr>
            <a:xfrm>
              <a:off x="4987628" y="3981641"/>
              <a:ext cx="1900366" cy="64373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3" name="Connector 1303"/>
            <p:cNvCxnSpPr/>
            <p:nvPr/>
          </p:nvCxnSpPr>
          <p:spPr>
            <a:xfrm>
              <a:off x="5994399" y="4244185"/>
              <a:ext cx="893595" cy="38118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4" name="Connector 1304"/>
            <p:cNvCxnSpPr/>
            <p:nvPr/>
          </p:nvCxnSpPr>
          <p:spPr>
            <a:xfrm>
              <a:off x="5925120" y="4389921"/>
              <a:ext cx="962874" cy="23545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5" name="Connector 1305"/>
            <p:cNvCxnSpPr/>
            <p:nvPr/>
          </p:nvCxnSpPr>
          <p:spPr>
            <a:xfrm flipH="1">
              <a:off x="6887994" y="3862735"/>
              <a:ext cx="437545" cy="76263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6" name="Connector 1306"/>
            <p:cNvCxnSpPr/>
            <p:nvPr/>
          </p:nvCxnSpPr>
          <p:spPr>
            <a:xfrm flipH="1">
              <a:off x="6887994" y="4466009"/>
              <a:ext cx="124823" cy="15936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7" name="Connector 1307"/>
            <p:cNvCxnSpPr/>
            <p:nvPr/>
          </p:nvCxnSpPr>
          <p:spPr>
            <a:xfrm>
              <a:off x="6887994" y="4625372"/>
              <a:ext cx="135576" cy="3448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8" name="Connector 1308"/>
            <p:cNvCxnSpPr/>
            <p:nvPr/>
          </p:nvCxnSpPr>
          <p:spPr>
            <a:xfrm flipH="1">
              <a:off x="6887994" y="4481208"/>
              <a:ext cx="850800" cy="14416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9" name="Connector 1309"/>
            <p:cNvCxnSpPr/>
            <p:nvPr/>
          </p:nvCxnSpPr>
          <p:spPr>
            <a:xfrm flipH="1">
              <a:off x="6887994" y="4058350"/>
              <a:ext cx="92455" cy="56702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0" name="Connector 1310"/>
            <p:cNvCxnSpPr/>
            <p:nvPr/>
          </p:nvCxnSpPr>
          <p:spPr>
            <a:xfrm>
              <a:off x="6887994" y="4625372"/>
              <a:ext cx="590363" cy="19413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1" name="Connector 1311"/>
            <p:cNvCxnSpPr/>
            <p:nvPr/>
          </p:nvCxnSpPr>
          <p:spPr>
            <a:xfrm>
              <a:off x="6113694" y="4171601"/>
              <a:ext cx="774300" cy="45377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2" name="Connector 1312"/>
            <p:cNvCxnSpPr/>
            <p:nvPr/>
          </p:nvCxnSpPr>
          <p:spPr>
            <a:xfrm>
              <a:off x="5487809" y="4093147"/>
              <a:ext cx="1400185" cy="53222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3" name="Connector 1313"/>
            <p:cNvCxnSpPr/>
            <p:nvPr/>
          </p:nvCxnSpPr>
          <p:spPr>
            <a:xfrm flipH="1">
              <a:off x="5403304" y="4625372"/>
              <a:ext cx="1484690" cy="13653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4" name="Connector 1314"/>
            <p:cNvCxnSpPr/>
            <p:nvPr/>
          </p:nvCxnSpPr>
          <p:spPr>
            <a:xfrm>
              <a:off x="6318919" y="4499205"/>
              <a:ext cx="569075" cy="12616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5" name="Connector 1315"/>
            <p:cNvCxnSpPr/>
            <p:nvPr/>
          </p:nvCxnSpPr>
          <p:spPr>
            <a:xfrm flipH="1">
              <a:off x="6887994" y="3778726"/>
              <a:ext cx="605564" cy="84664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6" name="Connector 1316"/>
            <p:cNvCxnSpPr/>
            <p:nvPr/>
          </p:nvCxnSpPr>
          <p:spPr>
            <a:xfrm>
              <a:off x="5656324" y="4278525"/>
              <a:ext cx="1231670" cy="34684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7" name="Connector 1317"/>
            <p:cNvCxnSpPr/>
            <p:nvPr/>
          </p:nvCxnSpPr>
          <p:spPr>
            <a:xfrm>
              <a:off x="5777753" y="4205182"/>
              <a:ext cx="1110241" cy="42019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8" name="Connector 1318"/>
            <p:cNvCxnSpPr/>
            <p:nvPr/>
          </p:nvCxnSpPr>
          <p:spPr>
            <a:xfrm flipH="1">
              <a:off x="6887994" y="4387235"/>
              <a:ext cx="229432" cy="23813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9" name="Connector 1319"/>
            <p:cNvCxnSpPr/>
            <p:nvPr/>
          </p:nvCxnSpPr>
          <p:spPr>
            <a:xfrm>
              <a:off x="6140309" y="4094536"/>
              <a:ext cx="747685" cy="53083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0" name="Connector 1320"/>
            <p:cNvCxnSpPr/>
            <p:nvPr/>
          </p:nvCxnSpPr>
          <p:spPr>
            <a:xfrm>
              <a:off x="6505988" y="4266785"/>
              <a:ext cx="382006" cy="35858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1" name="Connector 1321"/>
            <p:cNvCxnSpPr/>
            <p:nvPr/>
          </p:nvCxnSpPr>
          <p:spPr>
            <a:xfrm>
              <a:off x="6362453" y="4336708"/>
              <a:ext cx="525541" cy="28866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2" name="Connector 1322"/>
            <p:cNvCxnSpPr/>
            <p:nvPr/>
          </p:nvCxnSpPr>
          <p:spPr>
            <a:xfrm>
              <a:off x="6833018" y="4310197"/>
              <a:ext cx="54976" cy="31517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3" name="Connector 1323"/>
            <p:cNvCxnSpPr/>
            <p:nvPr/>
          </p:nvCxnSpPr>
          <p:spPr>
            <a:xfrm>
              <a:off x="6019501" y="4178921"/>
              <a:ext cx="868493" cy="44645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4" name="Connector 1324"/>
            <p:cNvCxnSpPr/>
            <p:nvPr/>
          </p:nvCxnSpPr>
          <p:spPr>
            <a:xfrm>
              <a:off x="6433462" y="4121605"/>
              <a:ext cx="454532" cy="50376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5" name="Oval 1325"/>
            <p:cNvSpPr/>
            <p:nvPr/>
          </p:nvSpPr>
          <p:spPr>
            <a:xfrm>
              <a:off x="5799275" y="419615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6" name="Oval 1326"/>
            <p:cNvSpPr/>
            <p:nvPr/>
          </p:nvSpPr>
          <p:spPr>
            <a:xfrm>
              <a:off x="2670498" y="366742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7" name="Oval 1327"/>
            <p:cNvSpPr/>
            <p:nvPr/>
          </p:nvSpPr>
          <p:spPr>
            <a:xfrm>
              <a:off x="2324523" y="356689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8" name="Oval 1328"/>
            <p:cNvSpPr/>
            <p:nvPr/>
          </p:nvSpPr>
          <p:spPr>
            <a:xfrm>
              <a:off x="2265292" y="353427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9" name="Oval 1329"/>
            <p:cNvSpPr/>
            <p:nvPr/>
          </p:nvSpPr>
          <p:spPr>
            <a:xfrm>
              <a:off x="5142305" y="352568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0" name="Oval 1330"/>
            <p:cNvSpPr/>
            <p:nvPr/>
          </p:nvSpPr>
          <p:spPr>
            <a:xfrm>
              <a:off x="2110586" y="351136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1" name="Oval 1331"/>
            <p:cNvSpPr/>
            <p:nvPr/>
          </p:nvSpPr>
          <p:spPr>
            <a:xfrm>
              <a:off x="2068233" y="350308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2" name="Oval 1332"/>
            <p:cNvSpPr/>
            <p:nvPr/>
          </p:nvSpPr>
          <p:spPr>
            <a:xfrm>
              <a:off x="2663744" y="367259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3" name="Oval 1333"/>
            <p:cNvSpPr/>
            <p:nvPr/>
          </p:nvSpPr>
          <p:spPr>
            <a:xfrm>
              <a:off x="2125461" y="356865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4" name="Oval 1334"/>
            <p:cNvSpPr/>
            <p:nvPr/>
          </p:nvSpPr>
          <p:spPr>
            <a:xfrm>
              <a:off x="5750488" y="414774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5" name="Oval 1335"/>
            <p:cNvSpPr/>
            <p:nvPr/>
          </p:nvSpPr>
          <p:spPr>
            <a:xfrm>
              <a:off x="6651866" y="431050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6" name="Oval 1336"/>
            <p:cNvSpPr/>
            <p:nvPr/>
          </p:nvSpPr>
          <p:spPr>
            <a:xfrm>
              <a:off x="5798752" y="429245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7" name="Oval 1337"/>
            <p:cNvSpPr/>
            <p:nvPr/>
          </p:nvSpPr>
          <p:spPr>
            <a:xfrm>
              <a:off x="3645115" y="365636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8" name="Oval 1338"/>
            <p:cNvSpPr/>
            <p:nvPr/>
          </p:nvSpPr>
          <p:spPr>
            <a:xfrm>
              <a:off x="3132052" y="387735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9" name="Oval 1339"/>
            <p:cNvSpPr/>
            <p:nvPr/>
          </p:nvSpPr>
          <p:spPr>
            <a:xfrm>
              <a:off x="2282362" y="353911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0" name="Oval 1340"/>
            <p:cNvSpPr/>
            <p:nvPr/>
          </p:nvSpPr>
          <p:spPr>
            <a:xfrm>
              <a:off x="2095865" y="355050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1" name="Oval 1341"/>
            <p:cNvSpPr/>
            <p:nvPr/>
          </p:nvSpPr>
          <p:spPr>
            <a:xfrm>
              <a:off x="3508143" y="364809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2" name="Oval 1342"/>
            <p:cNvSpPr/>
            <p:nvPr/>
          </p:nvSpPr>
          <p:spPr>
            <a:xfrm>
              <a:off x="1966888" y="353116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3" name="Oval 1343"/>
            <p:cNvSpPr/>
            <p:nvPr/>
          </p:nvSpPr>
          <p:spPr>
            <a:xfrm>
              <a:off x="2710090" y="367057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4" name="Oval 1344"/>
            <p:cNvSpPr/>
            <p:nvPr/>
          </p:nvSpPr>
          <p:spPr>
            <a:xfrm>
              <a:off x="2701040" y="366908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5" name="Oval 1345"/>
            <p:cNvSpPr/>
            <p:nvPr/>
          </p:nvSpPr>
          <p:spPr>
            <a:xfrm>
              <a:off x="2699085" y="365265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6" name="Oval 1346"/>
            <p:cNvSpPr/>
            <p:nvPr/>
          </p:nvSpPr>
          <p:spPr>
            <a:xfrm>
              <a:off x="5419457" y="488962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7" name="Oval 1347"/>
            <p:cNvSpPr/>
            <p:nvPr/>
          </p:nvSpPr>
          <p:spPr>
            <a:xfrm>
              <a:off x="2782217" y="365650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8" name="Oval 1348"/>
            <p:cNvSpPr/>
            <p:nvPr/>
          </p:nvSpPr>
          <p:spPr>
            <a:xfrm>
              <a:off x="2667993" y="361846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9" name="Oval 1349"/>
            <p:cNvSpPr/>
            <p:nvPr/>
          </p:nvSpPr>
          <p:spPr>
            <a:xfrm>
              <a:off x="2361848" y="362577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0" name="Oval 1350"/>
            <p:cNvSpPr/>
            <p:nvPr/>
          </p:nvSpPr>
          <p:spPr>
            <a:xfrm>
              <a:off x="2016361" y="353243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1" name="Oval 1351"/>
            <p:cNvSpPr/>
            <p:nvPr/>
          </p:nvSpPr>
          <p:spPr>
            <a:xfrm>
              <a:off x="5152351" y="403334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2" name="Oval 1352"/>
            <p:cNvSpPr/>
            <p:nvPr/>
          </p:nvSpPr>
          <p:spPr>
            <a:xfrm>
              <a:off x="6656514" y="422585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3" name="Oval 1353"/>
            <p:cNvSpPr/>
            <p:nvPr/>
          </p:nvSpPr>
          <p:spPr>
            <a:xfrm>
              <a:off x="6199158" y="438755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4" name="Oval 1354"/>
            <p:cNvSpPr/>
            <p:nvPr/>
          </p:nvSpPr>
          <p:spPr>
            <a:xfrm>
              <a:off x="6882875" y="456346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5" name="Oval 1355"/>
            <p:cNvSpPr/>
            <p:nvPr/>
          </p:nvSpPr>
          <p:spPr>
            <a:xfrm>
              <a:off x="7073895" y="438425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6" name="Oval 1356"/>
            <p:cNvSpPr/>
            <p:nvPr/>
          </p:nvSpPr>
          <p:spPr>
            <a:xfrm>
              <a:off x="3962850" y="390989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7" name="Oval 1357"/>
            <p:cNvSpPr/>
            <p:nvPr/>
          </p:nvSpPr>
          <p:spPr>
            <a:xfrm>
              <a:off x="4632695" y="3702191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8" name="Oval 1358"/>
            <p:cNvSpPr/>
            <p:nvPr/>
          </p:nvSpPr>
          <p:spPr>
            <a:xfrm>
              <a:off x="6843754" y="420805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9" name="Oval 1359"/>
            <p:cNvSpPr/>
            <p:nvPr/>
          </p:nvSpPr>
          <p:spPr>
            <a:xfrm>
              <a:off x="6734941" y="419778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0" name="Oval 1360"/>
            <p:cNvSpPr/>
            <p:nvPr/>
          </p:nvSpPr>
          <p:spPr>
            <a:xfrm>
              <a:off x="6065842" y="432826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1" name="Oval 1361"/>
            <p:cNvSpPr/>
            <p:nvPr/>
          </p:nvSpPr>
          <p:spPr>
            <a:xfrm>
              <a:off x="4725745" y="399574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2" name="Oval 1362"/>
            <p:cNvSpPr/>
            <p:nvPr/>
          </p:nvSpPr>
          <p:spPr>
            <a:xfrm>
              <a:off x="6263905" y="4211891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3" name="Oval 1363"/>
            <p:cNvSpPr/>
            <p:nvPr/>
          </p:nvSpPr>
          <p:spPr>
            <a:xfrm>
              <a:off x="4638449" y="342140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4" name="Oval 1364"/>
            <p:cNvSpPr/>
            <p:nvPr/>
          </p:nvSpPr>
          <p:spPr>
            <a:xfrm>
              <a:off x="5084958" y="375753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5" name="Oval 1365"/>
            <p:cNvSpPr/>
            <p:nvPr/>
          </p:nvSpPr>
          <p:spPr>
            <a:xfrm>
              <a:off x="5869687" y="400378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6" name="Oval 1366"/>
            <p:cNvSpPr/>
            <p:nvPr/>
          </p:nvSpPr>
          <p:spPr>
            <a:xfrm>
              <a:off x="6098900" y="428703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7" name="Oval 1367"/>
            <p:cNvSpPr/>
            <p:nvPr/>
          </p:nvSpPr>
          <p:spPr>
            <a:xfrm>
              <a:off x="5461266" y="414358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8" name="Oval 1368"/>
            <p:cNvSpPr/>
            <p:nvPr/>
          </p:nvSpPr>
          <p:spPr>
            <a:xfrm>
              <a:off x="5800987" y="414114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9" name="Oval 1369"/>
            <p:cNvSpPr/>
            <p:nvPr/>
          </p:nvSpPr>
          <p:spPr>
            <a:xfrm>
              <a:off x="6116872" y="369971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0" name="Oval 1370"/>
            <p:cNvSpPr/>
            <p:nvPr/>
          </p:nvSpPr>
          <p:spPr>
            <a:xfrm>
              <a:off x="5007870" y="393532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1" name="Oval 1371"/>
            <p:cNvSpPr/>
            <p:nvPr/>
          </p:nvSpPr>
          <p:spPr>
            <a:xfrm>
              <a:off x="3456378" y="370940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2" name="Oval 1372"/>
            <p:cNvSpPr/>
            <p:nvPr/>
          </p:nvSpPr>
          <p:spPr>
            <a:xfrm>
              <a:off x="3808048" y="354470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3" name="Oval 1373"/>
            <p:cNvSpPr/>
            <p:nvPr/>
          </p:nvSpPr>
          <p:spPr>
            <a:xfrm>
              <a:off x="7377807" y="392729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4" name="Oval 1374"/>
            <p:cNvSpPr/>
            <p:nvPr/>
          </p:nvSpPr>
          <p:spPr>
            <a:xfrm>
              <a:off x="6293519" y="323258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5" name="Oval 1375"/>
            <p:cNvSpPr/>
            <p:nvPr/>
          </p:nvSpPr>
          <p:spPr>
            <a:xfrm>
              <a:off x="3456134" y="367063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6" name="Oval 1376"/>
            <p:cNvSpPr/>
            <p:nvPr/>
          </p:nvSpPr>
          <p:spPr>
            <a:xfrm>
              <a:off x="2730782" y="359633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7" name="Oval 1377"/>
            <p:cNvSpPr/>
            <p:nvPr/>
          </p:nvSpPr>
          <p:spPr>
            <a:xfrm>
              <a:off x="4778577" y="401653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8" name="Oval 1378"/>
            <p:cNvSpPr/>
            <p:nvPr/>
          </p:nvSpPr>
          <p:spPr>
            <a:xfrm>
              <a:off x="3436832" y="369820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9" name="Oval 1379"/>
            <p:cNvSpPr/>
            <p:nvPr/>
          </p:nvSpPr>
          <p:spPr>
            <a:xfrm>
              <a:off x="5491292" y="398481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0" name="Oval 1380"/>
            <p:cNvSpPr/>
            <p:nvPr/>
          </p:nvSpPr>
          <p:spPr>
            <a:xfrm>
              <a:off x="4914476" y="390848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1" name="Oval 1381"/>
            <p:cNvSpPr/>
            <p:nvPr/>
          </p:nvSpPr>
          <p:spPr>
            <a:xfrm>
              <a:off x="3756682" y="373497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2" name="Oval 1382"/>
            <p:cNvSpPr/>
            <p:nvPr/>
          </p:nvSpPr>
          <p:spPr>
            <a:xfrm>
              <a:off x="6274958" y="435525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3" name="Oval 1383"/>
            <p:cNvSpPr/>
            <p:nvPr/>
          </p:nvSpPr>
          <p:spPr>
            <a:xfrm>
              <a:off x="6117768" y="406523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4" name="Oval 1384"/>
            <p:cNvSpPr/>
            <p:nvPr/>
          </p:nvSpPr>
          <p:spPr>
            <a:xfrm>
              <a:off x="5921247" y="417103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5" name="Oval 1385"/>
            <p:cNvSpPr/>
            <p:nvPr/>
          </p:nvSpPr>
          <p:spPr>
            <a:xfrm>
              <a:off x="5851968" y="431676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6" name="Oval 1386"/>
            <p:cNvSpPr/>
            <p:nvPr/>
          </p:nvSpPr>
          <p:spPr>
            <a:xfrm>
              <a:off x="7252387" y="378958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7" name="Oval 1387"/>
            <p:cNvSpPr/>
            <p:nvPr/>
          </p:nvSpPr>
          <p:spPr>
            <a:xfrm>
              <a:off x="6154139" y="393410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8" name="Oval 1388"/>
            <p:cNvSpPr/>
            <p:nvPr/>
          </p:nvSpPr>
          <p:spPr>
            <a:xfrm>
              <a:off x="6145070" y="410893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9" name="Oval 1389"/>
            <p:cNvSpPr/>
            <p:nvPr/>
          </p:nvSpPr>
          <p:spPr>
            <a:xfrm>
              <a:off x="5777032" y="383155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0" name="Oval 1390"/>
            <p:cNvSpPr/>
            <p:nvPr/>
          </p:nvSpPr>
          <p:spPr>
            <a:xfrm>
              <a:off x="6939665" y="439285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1" name="Oval 1391"/>
            <p:cNvSpPr/>
            <p:nvPr/>
          </p:nvSpPr>
          <p:spPr>
            <a:xfrm>
              <a:off x="5227461" y="389836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2" name="Oval 1392"/>
            <p:cNvSpPr/>
            <p:nvPr/>
          </p:nvSpPr>
          <p:spPr>
            <a:xfrm>
              <a:off x="6950418" y="458670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3" name="Oval 1393"/>
            <p:cNvSpPr/>
            <p:nvPr/>
          </p:nvSpPr>
          <p:spPr>
            <a:xfrm>
              <a:off x="5818075" y="4084551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4" name="Oval 1394"/>
            <p:cNvSpPr/>
            <p:nvPr/>
          </p:nvSpPr>
          <p:spPr>
            <a:xfrm>
              <a:off x="7352354" y="259861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5" name="Oval 1395"/>
            <p:cNvSpPr/>
            <p:nvPr/>
          </p:nvSpPr>
          <p:spPr>
            <a:xfrm>
              <a:off x="3173804" y="363916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6" name="Oval 1396"/>
            <p:cNvSpPr/>
            <p:nvPr/>
          </p:nvSpPr>
          <p:spPr>
            <a:xfrm>
              <a:off x="6303171" y="407076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7" name="Oval 1397"/>
            <p:cNvSpPr/>
            <p:nvPr/>
          </p:nvSpPr>
          <p:spPr>
            <a:xfrm>
              <a:off x="5488322" y="393691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8" name="Oval 1398"/>
            <p:cNvSpPr/>
            <p:nvPr/>
          </p:nvSpPr>
          <p:spPr>
            <a:xfrm>
              <a:off x="4944030" y="380632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9" name="Oval 1399"/>
            <p:cNvSpPr/>
            <p:nvPr/>
          </p:nvSpPr>
          <p:spPr>
            <a:xfrm>
              <a:off x="7665642" y="440805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0" name="Oval 1400"/>
            <p:cNvSpPr/>
            <p:nvPr/>
          </p:nvSpPr>
          <p:spPr>
            <a:xfrm>
              <a:off x="8130567" y="374710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1" name="Oval 1401"/>
            <p:cNvSpPr/>
            <p:nvPr/>
          </p:nvSpPr>
          <p:spPr>
            <a:xfrm>
              <a:off x="6415696" y="423253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2" name="Oval 1402"/>
            <p:cNvSpPr/>
            <p:nvPr/>
          </p:nvSpPr>
          <p:spPr>
            <a:xfrm>
              <a:off x="6907297" y="398519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3" name="Oval 1403"/>
            <p:cNvSpPr/>
            <p:nvPr/>
          </p:nvSpPr>
          <p:spPr>
            <a:xfrm>
              <a:off x="7405205" y="4746351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4" name="Oval 1404"/>
            <p:cNvSpPr/>
            <p:nvPr/>
          </p:nvSpPr>
          <p:spPr>
            <a:xfrm>
              <a:off x="8443587" y="173331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5" name="Oval 1405"/>
            <p:cNvSpPr/>
            <p:nvPr/>
          </p:nvSpPr>
          <p:spPr>
            <a:xfrm>
              <a:off x="6837442" y="415632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6" name="Oval 1406"/>
            <p:cNvSpPr/>
            <p:nvPr/>
          </p:nvSpPr>
          <p:spPr>
            <a:xfrm>
              <a:off x="6135352" y="428218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7" name="Oval 1407"/>
            <p:cNvSpPr/>
            <p:nvPr/>
          </p:nvSpPr>
          <p:spPr>
            <a:xfrm>
              <a:off x="7423135" y="309619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8" name="Oval 1408"/>
            <p:cNvSpPr/>
            <p:nvPr/>
          </p:nvSpPr>
          <p:spPr>
            <a:xfrm>
              <a:off x="5336735" y="392684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9" name="Oval 1409"/>
            <p:cNvSpPr/>
            <p:nvPr/>
          </p:nvSpPr>
          <p:spPr>
            <a:xfrm>
              <a:off x="6551933" y="390512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0" name="Oval 1410"/>
            <p:cNvSpPr/>
            <p:nvPr/>
          </p:nvSpPr>
          <p:spPr>
            <a:xfrm>
              <a:off x="5766479" y="442996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1" name="Oval 1411"/>
            <p:cNvSpPr/>
            <p:nvPr/>
          </p:nvSpPr>
          <p:spPr>
            <a:xfrm>
              <a:off x="6040542" y="409844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2" name="Oval 1412"/>
            <p:cNvSpPr/>
            <p:nvPr/>
          </p:nvSpPr>
          <p:spPr>
            <a:xfrm>
              <a:off x="5414657" y="401999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3" name="Oval 1413"/>
            <p:cNvSpPr/>
            <p:nvPr/>
          </p:nvSpPr>
          <p:spPr>
            <a:xfrm>
              <a:off x="5330152" y="468875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4" name="Oval 1414"/>
            <p:cNvSpPr/>
            <p:nvPr/>
          </p:nvSpPr>
          <p:spPr>
            <a:xfrm>
              <a:off x="6457118" y="437522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5" name="Oval 1415"/>
            <p:cNvSpPr/>
            <p:nvPr/>
          </p:nvSpPr>
          <p:spPr>
            <a:xfrm>
              <a:off x="7376330" y="443549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6" name="Oval 1416"/>
            <p:cNvSpPr/>
            <p:nvPr/>
          </p:nvSpPr>
          <p:spPr>
            <a:xfrm>
              <a:off x="5923631" y="401091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7" name="Oval 1417"/>
            <p:cNvSpPr/>
            <p:nvPr/>
          </p:nvSpPr>
          <p:spPr>
            <a:xfrm>
              <a:off x="6182937" y="411402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8" name="Oval 1418"/>
            <p:cNvSpPr/>
            <p:nvPr/>
          </p:nvSpPr>
          <p:spPr>
            <a:xfrm>
              <a:off x="6245767" y="442605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9" name="Oval 1419"/>
            <p:cNvSpPr/>
            <p:nvPr/>
          </p:nvSpPr>
          <p:spPr>
            <a:xfrm>
              <a:off x="7420406" y="370557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0" name="Oval 1420"/>
            <p:cNvSpPr/>
            <p:nvPr/>
          </p:nvSpPr>
          <p:spPr>
            <a:xfrm>
              <a:off x="6496910" y="416770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1" name="Oval 1421"/>
            <p:cNvSpPr/>
            <p:nvPr/>
          </p:nvSpPr>
          <p:spPr>
            <a:xfrm>
              <a:off x="6234833" y="403737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2" name="Oval 1422"/>
            <p:cNvSpPr/>
            <p:nvPr/>
          </p:nvSpPr>
          <p:spPr>
            <a:xfrm>
              <a:off x="6256719" y="427324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3" name="Oval 1423"/>
            <p:cNvSpPr/>
            <p:nvPr/>
          </p:nvSpPr>
          <p:spPr>
            <a:xfrm>
              <a:off x="5583172" y="420537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4" name="Oval 1424"/>
            <p:cNvSpPr/>
            <p:nvPr/>
          </p:nvSpPr>
          <p:spPr>
            <a:xfrm>
              <a:off x="7050874" y="392399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5" name="Oval 1425"/>
            <p:cNvSpPr/>
            <p:nvPr/>
          </p:nvSpPr>
          <p:spPr>
            <a:xfrm>
              <a:off x="7955936" y="440587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6" name="Oval 1426"/>
            <p:cNvSpPr/>
            <p:nvPr/>
          </p:nvSpPr>
          <p:spPr>
            <a:xfrm>
              <a:off x="5248416" y="394706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7" name="Oval 1427"/>
            <p:cNvSpPr/>
            <p:nvPr/>
          </p:nvSpPr>
          <p:spPr>
            <a:xfrm>
              <a:off x="5248416" y="394706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8" name="Oval 1428"/>
            <p:cNvSpPr/>
            <p:nvPr/>
          </p:nvSpPr>
          <p:spPr>
            <a:xfrm>
              <a:off x="5704601" y="413203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9" name="Oval 1429"/>
            <p:cNvSpPr/>
            <p:nvPr/>
          </p:nvSpPr>
          <p:spPr>
            <a:xfrm>
              <a:off x="7044274" y="431408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0" name="Oval 1430"/>
            <p:cNvSpPr/>
            <p:nvPr/>
          </p:nvSpPr>
          <p:spPr>
            <a:xfrm>
              <a:off x="6896671" y="391461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1" name="Oval 1431"/>
            <p:cNvSpPr/>
            <p:nvPr/>
          </p:nvSpPr>
          <p:spPr>
            <a:xfrm>
              <a:off x="6089833" y="406491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2" name="Oval 1432"/>
            <p:cNvSpPr/>
            <p:nvPr/>
          </p:nvSpPr>
          <p:spPr>
            <a:xfrm>
              <a:off x="5994728" y="426951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3" name="Oval 1433"/>
            <p:cNvSpPr/>
            <p:nvPr/>
          </p:nvSpPr>
          <p:spPr>
            <a:xfrm>
              <a:off x="6067157" y="402138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4" name="Oval 1434"/>
            <p:cNvSpPr/>
            <p:nvPr/>
          </p:nvSpPr>
          <p:spPr>
            <a:xfrm>
              <a:off x="6432836" y="419363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5" name="Oval 1435"/>
            <p:cNvSpPr/>
            <p:nvPr/>
          </p:nvSpPr>
          <p:spPr>
            <a:xfrm>
              <a:off x="6883060" y="431389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6" name="Oval 1436"/>
            <p:cNvSpPr/>
            <p:nvPr/>
          </p:nvSpPr>
          <p:spPr>
            <a:xfrm>
              <a:off x="6289301" y="426355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7" name="Oval 1437"/>
            <p:cNvSpPr/>
            <p:nvPr/>
          </p:nvSpPr>
          <p:spPr>
            <a:xfrm>
              <a:off x="6759866" y="423704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8" name="Oval 1438"/>
            <p:cNvSpPr/>
            <p:nvPr/>
          </p:nvSpPr>
          <p:spPr>
            <a:xfrm>
              <a:off x="5946349" y="410576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9" name="Oval 1439"/>
            <p:cNvSpPr/>
            <p:nvPr/>
          </p:nvSpPr>
          <p:spPr>
            <a:xfrm>
              <a:off x="6360310" y="404845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0" name="Oval 1440"/>
            <p:cNvSpPr/>
            <p:nvPr/>
          </p:nvSpPr>
          <p:spPr>
            <a:xfrm>
              <a:off x="6734588" y="439111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1" name="Oval 1441"/>
            <p:cNvSpPr/>
            <p:nvPr/>
          </p:nvSpPr>
          <p:spPr>
            <a:xfrm>
              <a:off x="6712552" y="429195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2" name="Oval 1442"/>
            <p:cNvSpPr/>
            <p:nvPr/>
          </p:nvSpPr>
          <p:spPr>
            <a:xfrm>
              <a:off x="4693446" y="421022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3" name="Oval 1443"/>
            <p:cNvSpPr/>
            <p:nvPr/>
          </p:nvSpPr>
          <p:spPr>
            <a:xfrm>
              <a:off x="7652258" y="352024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4" name="Oval 1444"/>
            <p:cNvSpPr/>
            <p:nvPr/>
          </p:nvSpPr>
          <p:spPr>
            <a:xfrm>
              <a:off x="6841712" y="451589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5" name="Oval 1445"/>
            <p:cNvSpPr/>
            <p:nvPr/>
          </p:nvSpPr>
          <p:spPr>
            <a:xfrm>
              <a:off x="6263864" y="414625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6" name="Oval 1446"/>
            <p:cNvSpPr/>
            <p:nvPr/>
          </p:nvSpPr>
          <p:spPr>
            <a:xfrm>
              <a:off x="10078501" y="73210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7" name="Oval 1447"/>
            <p:cNvSpPr/>
            <p:nvPr/>
          </p:nvSpPr>
          <p:spPr>
            <a:xfrm>
              <a:off x="5347513" y="394503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8" name="Oval 1448"/>
            <p:cNvSpPr/>
            <p:nvPr/>
          </p:nvSpPr>
          <p:spPr>
            <a:xfrm>
              <a:off x="7331511" y="3744754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9" name="Oval 1449"/>
            <p:cNvSpPr/>
            <p:nvPr/>
          </p:nvSpPr>
          <p:spPr>
            <a:xfrm>
              <a:off x="7150634" y="4063984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0" name="Oval 1450"/>
            <p:cNvSpPr/>
            <p:nvPr/>
          </p:nvSpPr>
          <p:spPr>
            <a:xfrm>
              <a:off x="6540828" y="4142867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1" name="Oval 1451"/>
            <p:cNvSpPr/>
            <p:nvPr/>
          </p:nvSpPr>
          <p:spPr>
            <a:xfrm>
              <a:off x="9872777" y="1528021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2" name="Oval 1452"/>
            <p:cNvSpPr/>
            <p:nvPr/>
          </p:nvSpPr>
          <p:spPr>
            <a:xfrm>
              <a:off x="9574292" y="4501729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3" name="Oval 1453"/>
            <p:cNvSpPr/>
            <p:nvPr/>
          </p:nvSpPr>
          <p:spPr>
            <a:xfrm>
              <a:off x="6740132" y="4453769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4" name="Oval 1454"/>
            <p:cNvSpPr/>
            <p:nvPr/>
          </p:nvSpPr>
          <p:spPr>
            <a:xfrm>
              <a:off x="6478670" y="4565215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5" name="Oval 1455"/>
            <p:cNvSpPr/>
            <p:nvPr/>
          </p:nvSpPr>
          <p:spPr>
            <a:xfrm>
              <a:off x="5569591" y="4129226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6" name="Oval 1456"/>
            <p:cNvSpPr/>
            <p:nvPr/>
          </p:nvSpPr>
          <p:spPr>
            <a:xfrm>
              <a:off x="8014411" y="2558850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7" name="Oval 1457"/>
            <p:cNvSpPr/>
            <p:nvPr/>
          </p:nvSpPr>
          <p:spPr>
            <a:xfrm>
              <a:off x="6269184" y="3480988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8" name="Oval 1458"/>
            <p:cNvSpPr/>
            <p:nvPr/>
          </p:nvSpPr>
          <p:spPr>
            <a:xfrm>
              <a:off x="7320958" y="2966673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9" name="Oval 1459"/>
            <p:cNvSpPr/>
            <p:nvPr/>
          </p:nvSpPr>
          <p:spPr>
            <a:xfrm>
              <a:off x="8143472" y="2319859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60" name="Oval 1460"/>
            <p:cNvSpPr/>
            <p:nvPr/>
          </p:nvSpPr>
          <p:spPr>
            <a:xfrm>
              <a:off x="5116987" y="5156626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61" name="Oval 1461"/>
            <p:cNvSpPr/>
            <p:nvPr/>
          </p:nvSpPr>
          <p:spPr>
            <a:xfrm>
              <a:off x="5400212" y="4236082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62" name="Oval 1462"/>
            <p:cNvSpPr/>
            <p:nvPr/>
          </p:nvSpPr>
          <p:spPr>
            <a:xfrm>
              <a:off x="5613747" y="4038950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63" name="Oval 1463"/>
            <p:cNvSpPr/>
            <p:nvPr/>
          </p:nvSpPr>
          <p:spPr>
            <a:xfrm>
              <a:off x="6988021" y="3861019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64" name="Oval 1464"/>
            <p:cNvSpPr/>
            <p:nvPr/>
          </p:nvSpPr>
          <p:spPr>
            <a:xfrm>
              <a:off x="6814842" y="4552220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1" name="Oval 740"/>
            <p:cNvSpPr/>
            <p:nvPr/>
          </p:nvSpPr>
          <p:spPr>
            <a:xfrm>
              <a:off x="2867526" y="5519448"/>
              <a:ext cx="162000" cy="162000"/>
            </a:xfrm>
            <a:prstGeom prst="ellipse">
              <a:avLst/>
            </a:prstGeom>
            <a:solidFill>
              <a:srgbClr val="1F77B4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2" name="TextBox 741"/>
            <p:cNvSpPr txBox="1"/>
            <p:nvPr/>
          </p:nvSpPr>
          <p:spPr>
            <a:xfrm>
              <a:off x="3068943" y="5415830"/>
              <a:ext cx="263565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 b="0" i="0">
                  <a:solidFill>
                    <a:srgbClr val="000000"/>
                  </a:solidFill>
                </a:defRPr>
              </a:pP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V₁ (dᵢ=+1.0, 123 nodes)</a:t>
              </a:r>
            </a:p>
          </p:txBody>
        </p:sp>
        <p:sp>
          <p:nvSpPr>
            <p:cNvPr id="743" name="Oval 742"/>
            <p:cNvSpPr/>
            <p:nvPr/>
          </p:nvSpPr>
          <p:spPr>
            <a:xfrm>
              <a:off x="6423758" y="5535144"/>
              <a:ext cx="146304" cy="146304"/>
            </a:xfrm>
            <a:prstGeom prst="ellipse">
              <a:avLst/>
            </a:prstGeom>
            <a:solidFill>
              <a:srgbClr val="D62728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4" name="TextBox 743"/>
            <p:cNvSpPr txBox="1"/>
            <p:nvPr/>
          </p:nvSpPr>
          <p:spPr>
            <a:xfrm>
              <a:off x="6656661" y="5411437"/>
              <a:ext cx="250741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 b="0" i="0">
                  <a:solidFill>
                    <a:srgbClr val="000000"/>
                  </a:solidFill>
                </a:defRPr>
              </a:pP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V₂ (dᵢ=−2.0, 17 nodes)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5926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62</Words>
  <Application>Microsoft Macintosh PowerPoint</Application>
  <PresentationFormat>宽屏</PresentationFormat>
  <Paragraphs>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Shuaiming Yan</cp:lastModifiedBy>
  <cp:revision>2</cp:revision>
  <dcterms:created xsi:type="dcterms:W3CDTF">2013-01-27T09:14:16Z</dcterms:created>
  <dcterms:modified xsi:type="dcterms:W3CDTF">2026-05-21T01:36:37Z</dcterms:modified>
  <cp:category/>
</cp:coreProperties>
</file>