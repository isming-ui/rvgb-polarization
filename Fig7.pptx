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04" d="100"/>
          <a:sy n="104" d="100"/>
        </p:scale>
        <p:origin x="232" y="5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H="1" flipV="1">
            <a:off x="2741145" y="3691619"/>
            <a:ext cx="977122" cy="37899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H="1" flipV="1">
            <a:off x="2198613" y="3641807"/>
            <a:ext cx="584629" cy="10191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036002" y="3983049"/>
            <a:ext cx="1401823" cy="5675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40040" y="3604314"/>
            <a:ext cx="1678227" cy="125204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83738" y="3584516"/>
            <a:ext cx="2522109" cy="190827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3246956" y="3712317"/>
            <a:ext cx="789046" cy="270732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69017" y="3623657"/>
            <a:ext cx="29596" cy="1815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41385" y="3576240"/>
            <a:ext cx="1063819" cy="37426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338444" y="3607425"/>
            <a:ext cx="1191086" cy="175133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036002" y="3983049"/>
            <a:ext cx="1787638" cy="237849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2169017" y="3623657"/>
            <a:ext cx="605175" cy="118579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089513" y="3605587"/>
            <a:ext cx="248931" cy="183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2141385" y="3576240"/>
            <a:ext cx="42353" cy="8276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183738" y="3584516"/>
            <a:ext cx="1063218" cy="12780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4711601" y="3494557"/>
            <a:ext cx="698286" cy="505443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3509984" y="3771358"/>
            <a:ext cx="2484415" cy="472827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2783242" y="3743725"/>
            <a:ext cx="3056389" cy="759393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6725018" y="4383660"/>
            <a:ext cx="1304070" cy="9537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2169017" y="3584516"/>
            <a:ext cx="14721" cy="3914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969823" y="3820261"/>
            <a:ext cx="1233896" cy="167505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5668175" y="4127531"/>
            <a:ext cx="155465" cy="93367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397675" y="3640047"/>
            <a:ext cx="1638327" cy="343002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51729" y="4089682"/>
            <a:ext cx="2065177" cy="191523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2338444" y="3607425"/>
            <a:ext cx="1697558" cy="375624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36002" y="3983049"/>
            <a:ext cx="1525472" cy="2702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2743650" y="3712317"/>
            <a:ext cx="503306" cy="2825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839631" y="3772871"/>
            <a:ext cx="350393" cy="730247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036002" y="3983049"/>
            <a:ext cx="1189501" cy="123447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089513" y="3605587"/>
            <a:ext cx="684679" cy="136649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2736896" y="3745742"/>
            <a:ext cx="3403413" cy="348794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017182" y="3598839"/>
            <a:ext cx="198275" cy="28063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4705847" y="3775343"/>
            <a:ext cx="281781" cy="20629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2741145" y="3691619"/>
            <a:ext cx="2416965" cy="139063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3529286" y="3494557"/>
            <a:ext cx="1182315" cy="249229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3205204" y="3743786"/>
            <a:ext cx="324082" cy="206722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2183738" y="3584516"/>
            <a:ext cx="620196" cy="84973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772237" y="3725806"/>
            <a:ext cx="1263765" cy="257243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117426" y="4387235"/>
            <a:ext cx="911662" cy="91795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158110" y="3830682"/>
            <a:ext cx="838673" cy="25338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529530" y="3782558"/>
            <a:ext cx="1958279" cy="310589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433462" y="4121605"/>
            <a:ext cx="483444" cy="15960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743650" y="3669489"/>
            <a:ext cx="60284" cy="71086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397675" y="3640047"/>
            <a:ext cx="339221" cy="105695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2141385" y="3576240"/>
            <a:ext cx="1688449" cy="231882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 flipV="1">
            <a:off x="2355514" y="3612267"/>
            <a:ext cx="388136" cy="12830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198613" y="3641807"/>
            <a:ext cx="1330917" cy="14075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036002" y="3494557"/>
            <a:ext cx="675599" cy="488492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 flipV="1">
            <a:off x="2774192" y="3742236"/>
            <a:ext cx="755338" cy="40322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2040040" y="3604314"/>
            <a:ext cx="1469944" cy="167044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040040" y="3604314"/>
            <a:ext cx="701105" cy="87305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2040040" y="3604314"/>
            <a:ext cx="696856" cy="14142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169017" y="3623657"/>
            <a:ext cx="605175" cy="118579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329871" y="4229480"/>
            <a:ext cx="580723" cy="116914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6916906" y="4281205"/>
            <a:ext cx="39121" cy="35541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089513" y="3605587"/>
            <a:ext cx="109100" cy="3622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4036002" y="3983049"/>
            <a:ext cx="2944447" cy="7530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138994" y="4281205"/>
            <a:ext cx="777912" cy="120209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 flipV="1">
            <a:off x="2741145" y="3691619"/>
            <a:ext cx="33047" cy="50617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718267" y="3729518"/>
            <a:ext cx="2105373" cy="49138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711601" y="3494557"/>
            <a:ext cx="1112039" cy="72634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435000" y="3698925"/>
            <a:ext cx="2865613" cy="27259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355514" y="3612267"/>
            <a:ext cx="2350333" cy="163076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6916906" y="3778726"/>
            <a:ext cx="576652" cy="502479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169017" y="3623657"/>
            <a:ext cx="1036187" cy="32685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2089513" y="3605587"/>
            <a:ext cx="682724" cy="120219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2089513" y="3605587"/>
            <a:ext cx="308162" cy="3446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5225503" y="4106496"/>
            <a:ext cx="614128" cy="396622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2089513" y="3605587"/>
            <a:ext cx="3320374" cy="394413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 flipV="1">
            <a:off x="3881200" y="3617860"/>
            <a:ext cx="2308824" cy="15501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5017182" y="3598839"/>
            <a:ext cx="198275" cy="28063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6613980" y="4137136"/>
            <a:ext cx="609806" cy="78883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183738" y="3584516"/>
            <a:ext cx="559912" cy="156059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337057" y="4281205"/>
            <a:ext cx="579849" cy="383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435000" y="3698925"/>
            <a:ext cx="308650" cy="4165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 flipV="1">
            <a:off x="2183738" y="3584516"/>
            <a:ext cx="590454" cy="15772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355514" y="3612267"/>
            <a:ext cx="385631" cy="79352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 flipV="1">
            <a:off x="3881200" y="3617860"/>
            <a:ext cx="1968984" cy="286842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394110" y="1601173"/>
            <a:ext cx="2551819" cy="1438652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205204" y="3950508"/>
            <a:ext cx="2116364" cy="69712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5017182" y="3879477"/>
            <a:ext cx="855245" cy="389825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169017" y="3623657"/>
            <a:ext cx="1866985" cy="359392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 flipV="1">
            <a:off x="2397675" y="3640047"/>
            <a:ext cx="37325" cy="5887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3718267" y="3598839"/>
            <a:ext cx="1497190" cy="130679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017182" y="3879477"/>
            <a:ext cx="650993" cy="248054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823640" y="4220898"/>
            <a:ext cx="906026" cy="78104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3529530" y="3494557"/>
            <a:ext cx="1182071" cy="28800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5823640" y="3904702"/>
            <a:ext cx="26544" cy="316196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4036002" y="3830682"/>
            <a:ext cx="1122108" cy="152367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 flipV="1">
            <a:off x="2435000" y="3698925"/>
            <a:ext cx="339192" cy="4331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036002" y="3983049"/>
            <a:ext cx="3442355" cy="836454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2355514" y="3612267"/>
            <a:ext cx="849690" cy="33824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 flipV="1">
            <a:off x="2355514" y="3612267"/>
            <a:ext cx="3205960" cy="397802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H="1" flipV="1">
            <a:off x="2183738" y="3584516"/>
            <a:ext cx="671631" cy="145142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3529286" y="3743786"/>
            <a:ext cx="1322443" cy="345896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H="1">
            <a:off x="6980449" y="3593400"/>
            <a:ext cx="744961" cy="46495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 flipV="1">
            <a:off x="2741145" y="3691619"/>
            <a:ext cx="1964702" cy="83724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2183738" y="3584516"/>
            <a:ext cx="3041765" cy="52198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 flipV="1">
            <a:off x="2772237" y="3725806"/>
            <a:ext cx="757293" cy="56752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 flipV="1">
            <a:off x="2183738" y="3584516"/>
            <a:ext cx="14875" cy="5729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5823640" y="4220898"/>
            <a:ext cx="1093266" cy="60307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>
            <a:off x="5225503" y="4058350"/>
            <a:ext cx="1754946" cy="48146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 flipV="1">
            <a:off x="2743650" y="3740575"/>
            <a:ext cx="30542" cy="166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 flipV="1">
            <a:off x="2089513" y="3605587"/>
            <a:ext cx="714421" cy="63902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>
            <a:off x="5925120" y="4285043"/>
            <a:ext cx="411937" cy="10487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 flipV="1">
            <a:off x="4851729" y="4089682"/>
            <a:ext cx="1073391" cy="300239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2355514" y="3612267"/>
            <a:ext cx="42161" cy="2778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>
            <a:off x="6729666" y="3987766"/>
            <a:ext cx="240157" cy="311236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2040040" y="3604314"/>
            <a:ext cx="394960" cy="9461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 flipV="1">
            <a:off x="2040040" y="3604314"/>
            <a:ext cx="394960" cy="9461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 flipV="1">
            <a:off x="5994399" y="4244185"/>
            <a:ext cx="735267" cy="54817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 flipV="1">
            <a:off x="5823640" y="4220898"/>
            <a:ext cx="348412" cy="139286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2355514" y="3612267"/>
            <a:ext cx="381382" cy="133475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5656324" y="4278525"/>
            <a:ext cx="183307" cy="224593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4036002" y="3983049"/>
            <a:ext cx="1836425" cy="286253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5420665" y="3772871"/>
            <a:ext cx="769359" cy="245315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4036002" y="3983049"/>
            <a:ext cx="3414957" cy="17396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2338444" y="3607425"/>
            <a:ext cx="402701" cy="84194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H="1" flipV="1">
            <a:off x="2355514" y="3612267"/>
            <a:ext cx="3484117" cy="89085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H="1" flipV="1">
            <a:off x="2183738" y="3584516"/>
            <a:ext cx="3304071" cy="50863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2435000" y="3669489"/>
            <a:ext cx="368934" cy="29436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2141385" y="3576240"/>
            <a:ext cx="1739815" cy="4162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2743650" y="3740575"/>
            <a:ext cx="2817824" cy="269494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2183738" y="3584516"/>
            <a:ext cx="14875" cy="5729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>
            <a:off x="6138994" y="4355340"/>
            <a:ext cx="69510" cy="46074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338444" y="3607425"/>
            <a:ext cx="405206" cy="13315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2736896" y="3743786"/>
            <a:ext cx="792390" cy="1956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3829834" y="3808122"/>
            <a:ext cx="206168" cy="174927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H="1" flipV="1">
            <a:off x="2743650" y="3740575"/>
            <a:ext cx="2790768" cy="476165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 flipV="1">
            <a:off x="6863084" y="4243175"/>
            <a:ext cx="1166004" cy="235855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H="1" flipV="1">
            <a:off x="3205204" y="3950508"/>
            <a:ext cx="2451120" cy="328017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 flipV="1">
            <a:off x="2772237" y="3725806"/>
            <a:ext cx="3067394" cy="777312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355514" y="3612267"/>
            <a:ext cx="416723" cy="113539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3246956" y="3712317"/>
            <a:ext cx="282330" cy="31469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 flipV="1">
            <a:off x="2397675" y="3640047"/>
            <a:ext cx="807529" cy="31046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2783242" y="3743725"/>
            <a:ext cx="1922605" cy="3161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3529530" y="3782558"/>
            <a:ext cx="2294110" cy="43834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169017" y="3623657"/>
            <a:ext cx="1340967" cy="14770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 flipV="1">
            <a:off x="4036002" y="3983049"/>
            <a:ext cx="1960781" cy="101013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5487809" y="4093147"/>
            <a:ext cx="675176" cy="44915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7124026" y="3778726"/>
            <a:ext cx="369532" cy="218423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2355514" y="3494557"/>
            <a:ext cx="2356087" cy="11771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169017" y="3623657"/>
            <a:ext cx="572128" cy="67962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2338444" y="3607425"/>
            <a:ext cx="1542756" cy="10435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H="1">
            <a:off x="6910594" y="3593400"/>
            <a:ext cx="814816" cy="63608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H="1" flipV="1">
            <a:off x="2169017" y="3623657"/>
            <a:ext cx="265983" cy="7526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5686899" y="4112102"/>
            <a:ext cx="3960545" cy="462779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H="1">
            <a:off x="6808093" y="4000445"/>
            <a:ext cx="642866" cy="270494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>
            <a:off x="6208504" y="4285043"/>
            <a:ext cx="128553" cy="70297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2198613" y="3641807"/>
            <a:ext cx="573624" cy="83999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2169017" y="3623657"/>
            <a:ext cx="265983" cy="7526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H="1">
            <a:off x="5403304" y="4503118"/>
            <a:ext cx="436327" cy="258789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H="1">
            <a:off x="3529286" y="3729518"/>
            <a:ext cx="188981" cy="1426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H="1" flipV="1">
            <a:off x="2355514" y="3612267"/>
            <a:ext cx="1362753" cy="11725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2040040" y="3604314"/>
            <a:ext cx="1489490" cy="178244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5823640" y="3978277"/>
            <a:ext cx="801445" cy="24262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H="1">
            <a:off x="2040040" y="3576240"/>
            <a:ext cx="101345" cy="28074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H="1">
            <a:off x="7124026" y="3778726"/>
            <a:ext cx="369532" cy="218423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036002" y="3983049"/>
            <a:ext cx="2102992" cy="418365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H="1" flipV="1">
            <a:off x="2183738" y="3584516"/>
            <a:ext cx="599504" cy="159209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H="1" flipV="1">
            <a:off x="2774192" y="3742236"/>
            <a:ext cx="431012" cy="208272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H="1" flipV="1">
            <a:off x="2741145" y="3691619"/>
            <a:ext cx="505811" cy="2069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2040040" y="3604314"/>
            <a:ext cx="1165164" cy="346194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H="1" flipV="1">
            <a:off x="5644029" y="4145858"/>
            <a:ext cx="195602" cy="35726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H="1" flipV="1">
            <a:off x="2169017" y="3623657"/>
            <a:ext cx="634917" cy="45832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H="1" flipV="1">
            <a:off x="2435000" y="3698925"/>
            <a:ext cx="3456227" cy="45877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2855369" y="3721244"/>
            <a:ext cx="725926" cy="8414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2089513" y="3605587"/>
            <a:ext cx="1628754" cy="12393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H="1" flipV="1">
            <a:off x="2169017" y="3623657"/>
            <a:ext cx="567879" cy="122085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2783242" y="3743725"/>
            <a:ext cx="746288" cy="38833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2741145" y="3691619"/>
            <a:ext cx="3595912" cy="593424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4851729" y="4089682"/>
            <a:ext cx="1073391" cy="300239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H="1" flipV="1">
            <a:off x="2435000" y="3698925"/>
            <a:ext cx="3404631" cy="804193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6218222" y="4182088"/>
            <a:ext cx="511444" cy="116914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H="1" flipV="1">
            <a:off x="5158110" y="3830682"/>
            <a:ext cx="1758796" cy="450523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H="1" flipV="1">
            <a:off x="2783242" y="3743725"/>
            <a:ext cx="1922605" cy="3161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H="1" flipV="1">
            <a:off x="2783242" y="3743725"/>
            <a:ext cx="1252760" cy="239324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208504" y="4219407"/>
            <a:ext cx="128512" cy="135933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H="1" flipV="1">
            <a:off x="3529286" y="3743786"/>
            <a:ext cx="2320898" cy="160916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H="1" flipV="1">
            <a:off x="2803934" y="3669489"/>
            <a:ext cx="443022" cy="4282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H="1">
            <a:off x="2040040" y="3584516"/>
            <a:ext cx="143698" cy="1979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H="1" flipV="1">
            <a:off x="2141385" y="3576240"/>
            <a:ext cx="256290" cy="63807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5839631" y="4310197"/>
            <a:ext cx="993387" cy="19292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6530270" y="4448377"/>
            <a:ext cx="948087" cy="371126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2089513" y="3605587"/>
            <a:ext cx="1420471" cy="16577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H="1" flipV="1">
            <a:off x="2040040" y="3604314"/>
            <a:ext cx="1789794" cy="20380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H="1" flipV="1">
            <a:off x="2040040" y="3604314"/>
            <a:ext cx="158573" cy="37493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6808093" y="4270939"/>
            <a:ext cx="204724" cy="19507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223786" y="4137136"/>
            <a:ext cx="2423658" cy="437745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2089513" y="3605587"/>
            <a:ext cx="647383" cy="140155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H="1">
            <a:off x="3529286" y="3598839"/>
            <a:ext cx="1686171" cy="144947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2736896" y="3742236"/>
            <a:ext cx="37296" cy="3506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H="1" flipV="1">
            <a:off x="3205204" y="3950508"/>
            <a:ext cx="1875818" cy="5797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H="1" flipV="1">
            <a:off x="5644029" y="4145858"/>
            <a:ext cx="350370" cy="98327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2089513" y="3605587"/>
            <a:ext cx="3734127" cy="61531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H="1" flipV="1">
            <a:off x="2774192" y="3742236"/>
            <a:ext cx="2077537" cy="347446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2040040" y="3604314"/>
            <a:ext cx="357635" cy="35733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H="1" flipV="1">
            <a:off x="4036002" y="3983049"/>
            <a:ext cx="1525472" cy="2702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3205204" y="3950508"/>
            <a:ext cx="1875818" cy="5797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5925120" y="4389921"/>
            <a:ext cx="1030907" cy="246694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H="1" flipV="1">
            <a:off x="2089513" y="3605587"/>
            <a:ext cx="1628754" cy="12393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2169017" y="3623657"/>
            <a:ext cx="2629880" cy="445244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2338444" y="3607425"/>
            <a:ext cx="866760" cy="343083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H="1" flipV="1">
            <a:off x="2141385" y="3576240"/>
            <a:ext cx="1368599" cy="19511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H="1" flipV="1">
            <a:off x="2089513" y="3605587"/>
            <a:ext cx="1115691" cy="34492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3246956" y="3712317"/>
            <a:ext cx="282574" cy="7024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H="1" flipV="1">
            <a:off x="5823640" y="4220898"/>
            <a:ext cx="984100" cy="24336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5487809" y="4093147"/>
            <a:ext cx="1241857" cy="205855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4036002" y="3983049"/>
            <a:ext cx="2312108" cy="445357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H="1" flipV="1">
            <a:off x="2355514" y="3612267"/>
            <a:ext cx="427728" cy="13145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5420665" y="4018186"/>
            <a:ext cx="1726382" cy="43922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2355514" y="3612267"/>
            <a:ext cx="418678" cy="129969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H="1">
            <a:off x="3509984" y="3743786"/>
            <a:ext cx="19302" cy="27572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H="1" flipV="1">
            <a:off x="2355514" y="3612267"/>
            <a:ext cx="42161" cy="2778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H="1">
            <a:off x="2198613" y="3640047"/>
            <a:ext cx="199062" cy="176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H="1">
            <a:off x="6318919" y="4428406"/>
            <a:ext cx="29191" cy="70799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5823640" y="4220898"/>
            <a:ext cx="348412" cy="139286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2040040" y="3604314"/>
            <a:ext cx="763894" cy="65175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H="1" flipV="1">
            <a:off x="7496287" y="3169349"/>
            <a:ext cx="242507" cy="1311859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4766598" y="4220898"/>
            <a:ext cx="1057042" cy="6248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2040040" y="3604314"/>
            <a:ext cx="743202" cy="13941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H="1">
            <a:off x="2089513" y="3494557"/>
            <a:ext cx="2622088" cy="11103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2169017" y="3623657"/>
            <a:ext cx="2682712" cy="466025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2141385" y="3576240"/>
            <a:ext cx="1439910" cy="145004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2169017" y="3584516"/>
            <a:ext cx="14721" cy="3914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2183738" y="3584516"/>
            <a:ext cx="1397557" cy="13672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2183738" y="3584516"/>
            <a:ext cx="251262" cy="114409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2741145" y="3691619"/>
            <a:ext cx="768839" cy="79739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2183738" y="3584516"/>
            <a:ext cx="671631" cy="145142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H="1" flipV="1">
            <a:off x="2141385" y="3576240"/>
            <a:ext cx="1388145" cy="20631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6488848" y="4305682"/>
            <a:ext cx="523969" cy="160327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H="1" flipV="1">
            <a:off x="4711601" y="3494557"/>
            <a:ext cx="1427393" cy="906857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5996783" y="4084062"/>
            <a:ext cx="732883" cy="21494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2040040" y="3576240"/>
            <a:ext cx="101345" cy="28074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H="1">
            <a:off x="6916906" y="4000445"/>
            <a:ext cx="534053" cy="28076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2772237" y="3725806"/>
            <a:ext cx="3957429" cy="573196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H="1" flipV="1">
            <a:off x="2397675" y="3640047"/>
            <a:ext cx="345975" cy="10052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2141385" y="3576240"/>
            <a:ext cx="197059" cy="31185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H="1" flipV="1">
            <a:off x="5823640" y="4220898"/>
            <a:ext cx="506231" cy="125496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2089513" y="3605587"/>
            <a:ext cx="1740321" cy="202535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H="1" flipV="1">
            <a:off x="2169017" y="3623657"/>
            <a:ext cx="2848165" cy="25582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H="1">
            <a:off x="2736896" y="3729518"/>
            <a:ext cx="981371" cy="16224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2169017" y="3623657"/>
            <a:ext cx="228658" cy="1639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H="1" flipV="1">
            <a:off x="2141385" y="3576240"/>
            <a:ext cx="602265" cy="164335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2338444" y="3607425"/>
            <a:ext cx="516925" cy="122233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4036002" y="3983049"/>
            <a:ext cx="2920025" cy="653566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2040040" y="3604314"/>
            <a:ext cx="128977" cy="19343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H="1" flipV="1">
            <a:off x="2743650" y="3740575"/>
            <a:ext cx="2744159" cy="352572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H="1" flipV="1">
            <a:off x="2169017" y="3623657"/>
            <a:ext cx="4168040" cy="661386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2089513" y="3605587"/>
            <a:ext cx="266001" cy="668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2183738" y="3584516"/>
            <a:ext cx="4441347" cy="39376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H="1" flipV="1">
            <a:off x="5487809" y="4093147"/>
            <a:ext cx="842062" cy="253247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5871904" y="4365604"/>
            <a:ext cx="1151666" cy="294253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2169017" y="3623657"/>
            <a:ext cx="1360269" cy="120129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H="1" flipV="1">
            <a:off x="2743650" y="3740575"/>
            <a:ext cx="785880" cy="41983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6505988" y="4266785"/>
            <a:ext cx="506829" cy="199224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H="1" flipV="1">
            <a:off x="3509984" y="3771358"/>
            <a:ext cx="526018" cy="21169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2783242" y="3743725"/>
            <a:ext cx="2068487" cy="345957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H="1" flipV="1">
            <a:off x="2743650" y="3740575"/>
            <a:ext cx="3095981" cy="762543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H="1" flipV="1">
            <a:off x="3529530" y="3782558"/>
            <a:ext cx="2034914" cy="275409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6916906" y="4000445"/>
            <a:ext cx="534053" cy="28076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H="1" flipV="1">
            <a:off x="2397675" y="3640047"/>
            <a:ext cx="1112309" cy="13131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H="1" flipV="1">
            <a:off x="2141385" y="3576240"/>
            <a:ext cx="630852" cy="149566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H="1" flipV="1">
            <a:off x="4851729" y="4089682"/>
            <a:ext cx="1877937" cy="20932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2141385" y="3494557"/>
            <a:ext cx="2570216" cy="81683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H="1" flipV="1">
            <a:off x="2198613" y="3641807"/>
            <a:ext cx="575579" cy="100429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H="1" flipV="1">
            <a:off x="2141385" y="3576240"/>
            <a:ext cx="214129" cy="36027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H="1">
            <a:off x="2736896" y="3725806"/>
            <a:ext cx="35341" cy="19936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2743650" y="3740575"/>
            <a:ext cx="461554" cy="209933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H="1" flipV="1">
            <a:off x="4851729" y="4089682"/>
            <a:ext cx="971911" cy="131216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H="1" flipV="1">
            <a:off x="2141385" y="3576240"/>
            <a:ext cx="3016725" cy="254442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2183738" y="3584516"/>
            <a:ext cx="588499" cy="14129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2774192" y="3742236"/>
            <a:ext cx="755338" cy="40322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4851729" y="4089682"/>
            <a:ext cx="2104298" cy="546933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H="1">
            <a:off x="6208504" y="4219407"/>
            <a:ext cx="128512" cy="135933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3205204" y="3743786"/>
            <a:ext cx="324082" cy="206722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5850184" y="3904702"/>
            <a:ext cx="719878" cy="336152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H="1" flipV="1">
            <a:off x="2169017" y="3623657"/>
            <a:ext cx="1549250" cy="10586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H="1" flipV="1">
            <a:off x="3529530" y="3782558"/>
            <a:ext cx="1322199" cy="307124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6190024" y="3772871"/>
            <a:ext cx="37267" cy="234383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H="1" flipV="1">
            <a:off x="2338444" y="3607425"/>
            <a:ext cx="1191086" cy="175133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H="1" flipV="1">
            <a:off x="2355514" y="3612267"/>
            <a:ext cx="849690" cy="33824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H="1">
            <a:off x="6337057" y="4229480"/>
            <a:ext cx="573537" cy="55563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H="1" flipV="1">
            <a:off x="2355514" y="3612267"/>
            <a:ext cx="891442" cy="10005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5891227" y="4157703"/>
            <a:ext cx="838439" cy="141299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H="1" flipV="1">
            <a:off x="3529286" y="3743786"/>
            <a:ext cx="2611023" cy="35075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H="1" flipV="1">
            <a:off x="6138994" y="4401414"/>
            <a:ext cx="817033" cy="23520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H="1" flipV="1">
            <a:off x="2338444" y="3607425"/>
            <a:ext cx="435748" cy="13481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2089513" y="3605587"/>
            <a:ext cx="693729" cy="13813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2040040" y="3584516"/>
            <a:ext cx="143698" cy="1979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2774192" y="3742236"/>
            <a:ext cx="2869837" cy="403622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H="1" flipV="1">
            <a:off x="2198613" y="3641807"/>
            <a:ext cx="545037" cy="9876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2198613" y="3641807"/>
            <a:ext cx="545037" cy="9876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H="1" flipV="1">
            <a:off x="2741145" y="3691619"/>
            <a:ext cx="3595912" cy="593424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H="1" flipV="1">
            <a:off x="2198613" y="3641807"/>
            <a:ext cx="236387" cy="57118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H="1">
            <a:off x="2741145" y="3669489"/>
            <a:ext cx="62789" cy="22130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H="1" flipV="1">
            <a:off x="6807740" y="4464266"/>
            <a:ext cx="107124" cy="124776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H="1" flipV="1">
            <a:off x="7147047" y="4457407"/>
            <a:ext cx="302435" cy="51241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H="1" flipV="1">
            <a:off x="2183738" y="3584516"/>
            <a:ext cx="1345792" cy="198042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H="1" flipV="1">
            <a:off x="7117426" y="4387235"/>
            <a:ext cx="911662" cy="91795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H="1">
            <a:off x="8087563" y="1601173"/>
            <a:ext cx="1858366" cy="1030829"/>
          </a:xfrm>
          <a:prstGeom prst="line">
            <a:avLst/>
          </a:prstGeom>
          <a:ln w="10160">
            <a:solidFill>
              <a:srgbClr val="000000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H="1">
            <a:off x="5473364" y="4269302"/>
            <a:ext cx="399063" cy="3993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2397675" y="3640047"/>
            <a:ext cx="7249769" cy="934834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H="1">
            <a:off x="5300613" y="3817906"/>
            <a:ext cx="2104050" cy="153610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5823640" y="4220898"/>
            <a:ext cx="3823804" cy="353983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3718267" y="3729518"/>
            <a:ext cx="5929177" cy="845363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3205204" y="3817906"/>
            <a:ext cx="4199459" cy="13260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3205204" y="3950508"/>
            <a:ext cx="6442240" cy="624373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3205204" y="3950508"/>
            <a:ext cx="2268160" cy="358726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2772237" y="3725806"/>
            <a:ext cx="6875207" cy="849075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H="1">
            <a:off x="5190139" y="4962779"/>
            <a:ext cx="302470" cy="266999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2855369" y="3729658"/>
            <a:ext cx="6792075" cy="845223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6729666" y="3817906"/>
            <a:ext cx="674997" cy="481096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H="1" flipV="1">
            <a:off x="3529530" y="3782558"/>
            <a:ext cx="3694256" cy="354578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6272310" y="4460710"/>
            <a:ext cx="3375134" cy="114171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>
            <a:off x="6272310" y="4460710"/>
            <a:ext cx="279512" cy="177657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>
            <a:off x="4036002" y="3983049"/>
            <a:ext cx="5611442" cy="59183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>
            <a:off x="6916906" y="4281205"/>
            <a:ext cx="2730538" cy="293676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H="1" flipV="1">
            <a:off x="5158110" y="3830682"/>
            <a:ext cx="1455870" cy="385337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5743817" y="4045451"/>
            <a:ext cx="3903627" cy="529430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>
            <a:off x="6138994" y="4401414"/>
            <a:ext cx="3508450" cy="173467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>
            <a:off x="6138994" y="4401414"/>
            <a:ext cx="674290" cy="125507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H="1">
            <a:off x="4705847" y="1601173"/>
            <a:ext cx="5240082" cy="2174170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H="1">
            <a:off x="4711601" y="1601173"/>
            <a:ext cx="5234328" cy="1893384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H="1">
            <a:off x="7450959" y="1601173"/>
            <a:ext cx="2494970" cy="239927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H="1">
            <a:off x="7108067" y="1601173"/>
            <a:ext cx="2837862" cy="1858415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H="1">
            <a:off x="8203719" y="1601173"/>
            <a:ext cx="1742210" cy="2219088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H="1">
            <a:off x="7496287" y="1601173"/>
            <a:ext cx="2449642" cy="1568176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H="1">
            <a:off x="7493558" y="1601173"/>
            <a:ext cx="2452371" cy="2177553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9945929" y="805261"/>
            <a:ext cx="205724" cy="79591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4798897" y="4068901"/>
            <a:ext cx="4848547" cy="505980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6337057" y="4285043"/>
            <a:ext cx="3310387" cy="289838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6337057" y="3934171"/>
            <a:ext cx="724116" cy="35087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5158110" y="3830682"/>
            <a:ext cx="4489334" cy="744199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H="1" flipV="1">
            <a:off x="5872427" y="4269302"/>
            <a:ext cx="3775017" cy="305579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 flipH="1" flipV="1">
            <a:off x="2743650" y="3740575"/>
            <a:ext cx="6903794" cy="834306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 flipH="1" flipV="1">
            <a:off x="2397675" y="3640047"/>
            <a:ext cx="7249769" cy="934834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H="1" flipV="1">
            <a:off x="2338444" y="3607425"/>
            <a:ext cx="7309000" cy="967456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H="1" flipV="1">
            <a:off x="5437825" y="4039807"/>
            <a:ext cx="4209619" cy="535074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 flipH="1" flipV="1">
            <a:off x="2183738" y="3584516"/>
            <a:ext cx="7463706" cy="990365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 flipH="1" flipV="1">
            <a:off x="2141385" y="3576240"/>
            <a:ext cx="7506059" cy="998641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 flipH="1" flipV="1">
            <a:off x="2736896" y="3745742"/>
            <a:ext cx="6910548" cy="829139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 flipH="1" flipV="1">
            <a:off x="2198613" y="3641807"/>
            <a:ext cx="7448831" cy="933074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 flipH="1" flipV="1">
            <a:off x="6725018" y="4383660"/>
            <a:ext cx="2922426" cy="191221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H="1" flipV="1">
            <a:off x="5644029" y="4145858"/>
            <a:ext cx="4003415" cy="429023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 flipH="1" flipV="1">
            <a:off x="5871904" y="4365604"/>
            <a:ext cx="3775540" cy="209277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 flipH="1" flipV="1">
            <a:off x="3718267" y="3729518"/>
            <a:ext cx="5929177" cy="845363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 flipH="1" flipV="1">
            <a:off x="3205204" y="3950508"/>
            <a:ext cx="6442240" cy="624373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 flipH="1" flipV="1">
            <a:off x="2355514" y="3612267"/>
            <a:ext cx="7291930" cy="962614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 flipH="1" flipV="1">
            <a:off x="2169017" y="3623657"/>
            <a:ext cx="7478427" cy="951224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H="1" flipV="1">
            <a:off x="3581295" y="3721244"/>
            <a:ext cx="6066149" cy="853637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H="1" flipV="1">
            <a:off x="2040040" y="3604314"/>
            <a:ext cx="7607404" cy="970567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H="1" flipV="1">
            <a:off x="2783242" y="3743725"/>
            <a:ext cx="6864202" cy="831156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H="1" flipV="1">
            <a:off x="2774192" y="3742236"/>
            <a:ext cx="6873252" cy="832645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H="1" flipV="1">
            <a:off x="2772237" y="3725806"/>
            <a:ext cx="6875207" cy="849075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H="1">
            <a:off x="5492609" y="4574881"/>
            <a:ext cx="4154835" cy="387898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 flipH="1" flipV="1">
            <a:off x="2855369" y="3729658"/>
            <a:ext cx="6792075" cy="845223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 flipH="1" flipV="1">
            <a:off x="2741145" y="3691619"/>
            <a:ext cx="6906299" cy="88326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 flipH="1" flipV="1">
            <a:off x="2435000" y="3698925"/>
            <a:ext cx="7212444" cy="875956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 flipH="1" flipV="1">
            <a:off x="2089513" y="3605587"/>
            <a:ext cx="7557931" cy="969294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 flipH="1" flipV="1">
            <a:off x="5225503" y="4106496"/>
            <a:ext cx="4421941" cy="468385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 flipH="1" flipV="1">
            <a:off x="6729666" y="4299002"/>
            <a:ext cx="2917778" cy="275879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 flipH="1">
            <a:off x="6956027" y="4574881"/>
            <a:ext cx="2691417" cy="61734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 flipH="1" flipV="1">
            <a:off x="7147047" y="4457407"/>
            <a:ext cx="2500397" cy="117474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 flipH="1" flipV="1">
            <a:off x="4036002" y="3983049"/>
            <a:ext cx="5611442" cy="59183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 flipH="1" flipV="1">
            <a:off x="4705847" y="3775343"/>
            <a:ext cx="4941597" cy="799538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 flipH="1" flipV="1">
            <a:off x="6808093" y="4270939"/>
            <a:ext cx="2839351" cy="30394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 flipH="1" flipV="1">
            <a:off x="4798897" y="4068901"/>
            <a:ext cx="4848547" cy="505980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 flipH="1" flipV="1">
            <a:off x="4711601" y="3494557"/>
            <a:ext cx="4935843" cy="1080324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 flipH="1" flipV="1">
            <a:off x="5158110" y="3830682"/>
            <a:ext cx="4489334" cy="744199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 flipH="1" flipV="1">
            <a:off x="5942839" y="4076938"/>
            <a:ext cx="3704605" cy="497943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 flipH="1" flipV="1">
            <a:off x="6172052" y="4360184"/>
            <a:ext cx="3475392" cy="214697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 flipH="1" flipV="1">
            <a:off x="5534418" y="4216740"/>
            <a:ext cx="4113026" cy="358141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H="1" flipV="1">
            <a:off x="5874139" y="4214301"/>
            <a:ext cx="3773305" cy="360580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 flipH="1" flipV="1">
            <a:off x="6190024" y="3772871"/>
            <a:ext cx="3457420" cy="802010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 flipH="1" flipV="1">
            <a:off x="6863084" y="4243175"/>
            <a:ext cx="2784360" cy="331706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 flipH="1" flipV="1">
            <a:off x="5081022" y="4008479"/>
            <a:ext cx="4566422" cy="56640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 flipH="1" flipV="1">
            <a:off x="3529530" y="3782558"/>
            <a:ext cx="6117914" cy="792323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 flipH="1" flipV="1">
            <a:off x="3881200" y="3617860"/>
            <a:ext cx="5766244" cy="957021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 flipH="1" flipV="1">
            <a:off x="7450959" y="4000445"/>
            <a:ext cx="2196485" cy="574436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 flipH="1" flipV="1">
            <a:off x="6366671" y="3305739"/>
            <a:ext cx="3280773" cy="126914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 flipH="1" flipV="1">
            <a:off x="3529286" y="3743786"/>
            <a:ext cx="6118158" cy="831095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 flipH="1" flipV="1">
            <a:off x="2803934" y="3669489"/>
            <a:ext cx="6843510" cy="90539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 flipH="1" flipV="1">
            <a:off x="4851729" y="4089682"/>
            <a:ext cx="4795715" cy="485199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 flipH="1" flipV="1">
            <a:off x="3509984" y="3771358"/>
            <a:ext cx="6137460" cy="803523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 flipH="1" flipV="1">
            <a:off x="5564444" y="4057967"/>
            <a:ext cx="4083000" cy="516914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 flipH="1" flipV="1">
            <a:off x="4987628" y="3981641"/>
            <a:ext cx="4659816" cy="593240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 flipH="1" flipV="1">
            <a:off x="6348110" y="4428406"/>
            <a:ext cx="3299334" cy="146475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 flipH="1" flipV="1">
            <a:off x="6190920" y="4138388"/>
            <a:ext cx="3456524" cy="436493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 flipH="1" flipV="1">
            <a:off x="5994399" y="4244185"/>
            <a:ext cx="3653045" cy="330696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 flipH="1" flipV="1">
            <a:off x="5925120" y="4389921"/>
            <a:ext cx="3722324" cy="184960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 flipH="1" flipV="1">
            <a:off x="7325539" y="3862735"/>
            <a:ext cx="2321905" cy="712146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 flipH="1" flipV="1">
            <a:off x="6227291" y="4007254"/>
            <a:ext cx="3420153" cy="567627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 flipH="1" flipV="1">
            <a:off x="7012817" y="4466009"/>
            <a:ext cx="2634627" cy="10887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 flipH="1" flipV="1">
            <a:off x="5665550" y="4138958"/>
            <a:ext cx="3981894" cy="435923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 flipH="1" flipV="1">
            <a:off x="5300613" y="3971516"/>
            <a:ext cx="4346831" cy="603365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 flipH="1" flipV="1">
            <a:off x="5823209" y="4124999"/>
            <a:ext cx="3824235" cy="44988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 flipH="1">
            <a:off x="7023570" y="4574881"/>
            <a:ext cx="2623874" cy="84976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 flipH="1" flipV="1">
            <a:off x="5891227" y="4157703"/>
            <a:ext cx="3756217" cy="417178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 flipH="1" flipV="1">
            <a:off x="7108067" y="3459588"/>
            <a:ext cx="2539377" cy="1115293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 flipH="1" flipV="1">
            <a:off x="6376323" y="4143914"/>
            <a:ext cx="3271121" cy="430967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 flipH="1" flipV="1">
            <a:off x="5561474" y="4010069"/>
            <a:ext cx="4085970" cy="56481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 flipH="1" flipV="1">
            <a:off x="5668175" y="4127531"/>
            <a:ext cx="3979269" cy="447350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 flipH="1" flipV="1">
            <a:off x="5017182" y="3879477"/>
            <a:ext cx="4630262" cy="695404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 flipH="1" flipV="1">
            <a:off x="7738794" y="4481208"/>
            <a:ext cx="1908650" cy="93673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 flipH="1" flipV="1">
            <a:off x="8203719" y="3820261"/>
            <a:ext cx="1443725" cy="754620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 flipH="1" flipV="1">
            <a:off x="6488848" y="4305682"/>
            <a:ext cx="3158596" cy="269199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 flipH="1" flipV="1">
            <a:off x="6980449" y="4058350"/>
            <a:ext cx="2666995" cy="516531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 flipH="1">
            <a:off x="7478357" y="4574881"/>
            <a:ext cx="2169087" cy="24462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 flipH="1" flipV="1">
            <a:off x="6910594" y="4229480"/>
            <a:ext cx="2736850" cy="345401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 flipH="1" flipV="1">
            <a:off x="6208504" y="4355340"/>
            <a:ext cx="3438940" cy="219541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 flipH="1" flipV="1">
            <a:off x="7496287" y="3169349"/>
            <a:ext cx="2151157" cy="140553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 flipH="1" flipV="1">
            <a:off x="5409887" y="4000000"/>
            <a:ext cx="4237557" cy="574881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 flipH="1" flipV="1">
            <a:off x="6113694" y="4171601"/>
            <a:ext cx="3533750" cy="403280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 flipH="1" flipV="1">
            <a:off x="5487809" y="4093147"/>
            <a:ext cx="4159635" cy="481734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 flipH="1">
            <a:off x="5403304" y="4574881"/>
            <a:ext cx="4244140" cy="187026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 flipH="1" flipV="1">
            <a:off x="6256089" y="4187179"/>
            <a:ext cx="3391355" cy="38770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 flipH="1" flipV="1">
            <a:off x="6318919" y="4499205"/>
            <a:ext cx="3328525" cy="75676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 flipH="1" flipV="1">
            <a:off x="7493558" y="3778726"/>
            <a:ext cx="2153886" cy="796155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 flipH="1" flipV="1">
            <a:off x="6570062" y="4240854"/>
            <a:ext cx="3077382" cy="334027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 flipH="1" flipV="1">
            <a:off x="6307985" y="4110522"/>
            <a:ext cx="3339459" cy="464359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 flipH="1" flipV="1">
            <a:off x="6329871" y="4346394"/>
            <a:ext cx="3317573" cy="228487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 flipH="1" flipV="1">
            <a:off x="5656324" y="4278525"/>
            <a:ext cx="3991120" cy="296356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 flipH="1" flipV="1">
            <a:off x="5777753" y="4205182"/>
            <a:ext cx="3869691" cy="369699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 flipH="1" flipV="1">
            <a:off x="7117426" y="4387235"/>
            <a:ext cx="2530018" cy="187646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 flipH="1" flipV="1">
            <a:off x="6969823" y="3987766"/>
            <a:ext cx="2677621" cy="587115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 flipH="1" flipV="1">
            <a:off x="6067880" y="4342669"/>
            <a:ext cx="3579564" cy="23221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 flipH="1" flipV="1">
            <a:off x="6140309" y="4094536"/>
            <a:ext cx="3507135" cy="480345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 flipH="1" flipV="1">
            <a:off x="6505988" y="4266785"/>
            <a:ext cx="3141456" cy="308096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 flipH="1" flipV="1">
            <a:off x="6956212" y="4387049"/>
            <a:ext cx="2691232" cy="18783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 flipH="1" flipV="1">
            <a:off x="6362453" y="4336708"/>
            <a:ext cx="3284991" cy="238173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 flipH="1" flipV="1">
            <a:off x="6833018" y="4310197"/>
            <a:ext cx="2814426" cy="264684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 flipH="1" flipV="1">
            <a:off x="6019501" y="4178921"/>
            <a:ext cx="3627943" cy="395960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 flipH="1" flipV="1">
            <a:off x="6433462" y="4121605"/>
            <a:ext cx="3213982" cy="453276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 flipH="1" flipV="1">
            <a:off x="6807740" y="4464266"/>
            <a:ext cx="2839704" cy="110615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6094044" y="4111360"/>
            <a:ext cx="3553400" cy="463521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V="1">
            <a:off x="6813284" y="4457407"/>
            <a:ext cx="333763" cy="69514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H="1" flipV="1">
            <a:off x="6138994" y="4401414"/>
            <a:ext cx="674290" cy="125507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H="1" flipV="1">
            <a:off x="6172052" y="4360184"/>
            <a:ext cx="641232" cy="166737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H="1" flipV="1">
            <a:off x="6348110" y="4428406"/>
            <a:ext cx="465174" cy="98515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H="1" flipV="1">
            <a:off x="5925120" y="4389921"/>
            <a:ext cx="888164" cy="137000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H="1" flipV="1">
            <a:off x="6329871" y="4346394"/>
            <a:ext cx="483413" cy="180527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>
            <a:off x="5942839" y="4076938"/>
            <a:ext cx="3704605" cy="497943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6172052" y="4360184"/>
            <a:ext cx="3475392" cy="214697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>
            <a:off x="6172052" y="4360184"/>
            <a:ext cx="641232" cy="166737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6172052" y="4360184"/>
            <a:ext cx="715942" cy="265188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5874139" y="4214301"/>
            <a:ext cx="1013855" cy="411071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>
            <a:off x="6190024" y="3772871"/>
            <a:ext cx="1033762" cy="364265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 flipH="1" flipV="1">
            <a:off x="5823640" y="4220898"/>
            <a:ext cx="728182" cy="417469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H="1" flipV="1">
            <a:off x="6272310" y="4460710"/>
            <a:ext cx="279512" cy="177657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>
            <a:off x="6551822" y="4638367"/>
            <a:ext cx="471748" cy="21490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 flipH="1" flipV="1">
            <a:off x="5561474" y="4010069"/>
            <a:ext cx="990348" cy="628298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 flipH="1" flipV="1">
            <a:off x="6318919" y="4499205"/>
            <a:ext cx="232903" cy="13916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>
            <a:off x="5564444" y="4057967"/>
            <a:ext cx="4083000" cy="516914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3829834" y="3808122"/>
            <a:ext cx="5817610" cy="766759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6348110" y="4428406"/>
            <a:ext cx="465174" cy="98515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6190920" y="4138388"/>
            <a:ext cx="3456524" cy="436493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 flipH="1">
            <a:off x="7223786" y="3862735"/>
            <a:ext cx="101753" cy="274401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V="1">
            <a:off x="7325539" y="2393011"/>
            <a:ext cx="891085" cy="1469724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>
            <a:off x="6227291" y="4007254"/>
            <a:ext cx="3420153" cy="567627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>
            <a:off x="5850184" y="3904702"/>
            <a:ext cx="3797260" cy="670179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H="1">
            <a:off x="7496287" y="2632002"/>
            <a:ext cx="591276" cy="537347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7012817" y="4466009"/>
            <a:ext cx="2634627" cy="10887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H="1">
            <a:off x="5561474" y="3554140"/>
            <a:ext cx="780862" cy="455929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>
            <a:off x="6342336" y="3554140"/>
            <a:ext cx="638113" cy="504210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H="1">
            <a:off x="5823640" y="3039825"/>
            <a:ext cx="1570470" cy="1181073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 flipH="1">
            <a:off x="3881200" y="3039825"/>
            <a:ext cx="3512910" cy="578035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 flipH="1">
            <a:off x="6366671" y="3039825"/>
            <a:ext cx="1027439" cy="265914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7394110" y="3039825"/>
            <a:ext cx="102177" cy="129524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H="1">
            <a:off x="6625085" y="3039825"/>
            <a:ext cx="769025" cy="93845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 flipH="1">
            <a:off x="4711601" y="2393011"/>
            <a:ext cx="3505023" cy="1101546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 flipH="1">
            <a:off x="6366671" y="2393011"/>
            <a:ext cx="1849953" cy="912728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 flipH="1" flipV="1">
            <a:off x="6613980" y="4216019"/>
            <a:ext cx="409590" cy="443838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>
            <a:off x="7425506" y="2671771"/>
            <a:ext cx="2221938" cy="1903110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>
            <a:off x="3246956" y="3712317"/>
            <a:ext cx="6400488" cy="862564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V="1">
            <a:off x="6376323" y="3817906"/>
            <a:ext cx="1028340" cy="326008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>
            <a:off x="5561474" y="4010069"/>
            <a:ext cx="4085970" cy="56481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>
            <a:off x="5561474" y="4010069"/>
            <a:ext cx="990348" cy="628298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 flipV="1">
            <a:off x="5561474" y="3554140"/>
            <a:ext cx="780862" cy="455929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 flipH="1" flipV="1">
            <a:off x="3205204" y="3950508"/>
            <a:ext cx="1984935" cy="1279270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 flipV="1">
            <a:off x="5190139" y="4962779"/>
            <a:ext cx="302470" cy="266999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 flipV="1">
            <a:off x="5190139" y="4761907"/>
            <a:ext cx="213165" cy="467871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 flipH="1" flipV="1">
            <a:off x="7404663" y="3817906"/>
            <a:ext cx="334131" cy="66330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6488848" y="4305682"/>
            <a:ext cx="3158596" cy="269199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 flipV="1">
            <a:off x="7478357" y="4574881"/>
            <a:ext cx="2169087" cy="24462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 flipH="1" flipV="1">
            <a:off x="6887994" y="4625372"/>
            <a:ext cx="590363" cy="194131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>
            <a:off x="8516739" y="1806471"/>
            <a:ext cx="1130705" cy="2768410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 flipV="1">
            <a:off x="6625085" y="3817906"/>
            <a:ext cx="779578" cy="160371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6625085" y="3978277"/>
            <a:ext cx="3022359" cy="596604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>
            <a:off x="5839631" y="4503118"/>
            <a:ext cx="3807813" cy="71763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 flipH="1" flipV="1">
            <a:off x="5686899" y="4112102"/>
            <a:ext cx="152732" cy="391016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>
            <a:off x="6113694" y="4171601"/>
            <a:ext cx="3533750" cy="403280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 flipV="1">
            <a:off x="5487809" y="3817906"/>
            <a:ext cx="1916854" cy="275241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 flipH="1">
            <a:off x="5190139" y="4761907"/>
            <a:ext cx="213165" cy="467871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>
            <a:off x="6530270" y="4448377"/>
            <a:ext cx="3117174" cy="126504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 flipH="1" flipV="1">
            <a:off x="2743650" y="3740575"/>
            <a:ext cx="2729714" cy="568659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 flipH="1" flipV="1">
            <a:off x="2397675" y="3640047"/>
            <a:ext cx="3075689" cy="669187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 flipV="1">
            <a:off x="5473364" y="4220898"/>
            <a:ext cx="350276" cy="88336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 flipH="1" flipV="1">
            <a:off x="3205204" y="3950508"/>
            <a:ext cx="2268160" cy="358726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>
            <a:off x="5473364" y="4309234"/>
            <a:ext cx="1673683" cy="148173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>
            <a:off x="5473364" y="4309234"/>
            <a:ext cx="874746" cy="11917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 flipV="1">
            <a:off x="5473364" y="4138958"/>
            <a:ext cx="192186" cy="170276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 flipH="1" flipV="1">
            <a:off x="7223786" y="4137136"/>
            <a:ext cx="225696" cy="37151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>
            <a:off x="7449482" y="4508648"/>
            <a:ext cx="2197962" cy="66233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>
            <a:off x="5996783" y="4084062"/>
            <a:ext cx="3650661" cy="490819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>
            <a:off x="6256089" y="4187179"/>
            <a:ext cx="3391355" cy="38770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>
            <a:off x="6318919" y="4499205"/>
            <a:ext cx="232903" cy="13916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>
            <a:off x="7493558" y="3778726"/>
            <a:ext cx="2153886" cy="796155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 flipV="1">
            <a:off x="6570062" y="4137136"/>
            <a:ext cx="653724" cy="103718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 flipV="1">
            <a:off x="6307985" y="3817906"/>
            <a:ext cx="1096678" cy="292616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>
            <a:off x="6329871" y="4346394"/>
            <a:ext cx="3317573" cy="228487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>
            <a:off x="6329871" y="4346394"/>
            <a:ext cx="483413" cy="180527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 flipV="1">
            <a:off x="7124026" y="3817906"/>
            <a:ext cx="280637" cy="179243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Connector 513"/>
          <p:cNvCxnSpPr/>
          <p:nvPr/>
        </p:nvCxnSpPr>
        <p:spPr>
          <a:xfrm>
            <a:off x="7124026" y="3997149"/>
            <a:ext cx="2523418" cy="57773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 flipH="1">
            <a:off x="6813284" y="3997149"/>
            <a:ext cx="310742" cy="52977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>
            <a:off x="8029088" y="4479030"/>
            <a:ext cx="1618356" cy="95851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>
            <a:off x="5321568" y="4020220"/>
            <a:ext cx="4325876" cy="554661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>
            <a:off x="5321568" y="4020220"/>
            <a:ext cx="4325876" cy="554661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>
            <a:off x="6969823" y="3987766"/>
            <a:ext cx="2677621" cy="587115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>
            <a:off x="6162985" y="4138062"/>
            <a:ext cx="3484459" cy="436819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>
            <a:off x="6140309" y="4094536"/>
            <a:ext cx="3507135" cy="480345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>
            <a:off x="6833018" y="4310197"/>
            <a:ext cx="2814426" cy="264684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522"/>
          <p:cNvCxnSpPr/>
          <p:nvPr/>
        </p:nvCxnSpPr>
        <p:spPr>
          <a:xfrm flipV="1">
            <a:off x="6019501" y="3817906"/>
            <a:ext cx="1385162" cy="361015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>
            <a:off x="6019501" y="4178921"/>
            <a:ext cx="3627943" cy="395960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>
            <a:off x="6019501" y="4178921"/>
            <a:ext cx="868493" cy="446451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 flipV="1">
            <a:off x="6433462" y="3817906"/>
            <a:ext cx="971201" cy="303699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>
            <a:off x="6433462" y="4121605"/>
            <a:ext cx="3213982" cy="453276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>
            <a:off x="6807740" y="4464266"/>
            <a:ext cx="2839704" cy="110615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528"/>
          <p:cNvCxnSpPr/>
          <p:nvPr/>
        </p:nvCxnSpPr>
        <p:spPr>
          <a:xfrm>
            <a:off x="6785704" y="4365108"/>
            <a:ext cx="2861740" cy="209773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" name="Connector 529"/>
          <p:cNvCxnSpPr/>
          <p:nvPr/>
        </p:nvCxnSpPr>
        <p:spPr>
          <a:xfrm>
            <a:off x="4766598" y="4283378"/>
            <a:ext cx="423541" cy="946400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Connector 530"/>
          <p:cNvCxnSpPr/>
          <p:nvPr/>
        </p:nvCxnSpPr>
        <p:spPr>
          <a:xfrm flipH="1">
            <a:off x="7223786" y="3593400"/>
            <a:ext cx="501624" cy="543736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>
            <a:off x="7725410" y="3593400"/>
            <a:ext cx="1922034" cy="981481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 flipV="1">
            <a:off x="7725410" y="2632002"/>
            <a:ext cx="362153" cy="961398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 flipV="1">
            <a:off x="6914864" y="4574881"/>
            <a:ext cx="2732580" cy="14161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" name="Connector 534"/>
          <p:cNvCxnSpPr/>
          <p:nvPr/>
        </p:nvCxnSpPr>
        <p:spPr>
          <a:xfrm flipH="1">
            <a:off x="6337057" y="3934171"/>
            <a:ext cx="724116" cy="35087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 flipH="1">
            <a:off x="6863084" y="3934171"/>
            <a:ext cx="198089" cy="309004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Connector 536"/>
          <p:cNvCxnSpPr/>
          <p:nvPr/>
        </p:nvCxnSpPr>
        <p:spPr>
          <a:xfrm flipV="1">
            <a:off x="7061173" y="3820261"/>
            <a:ext cx="1142546" cy="113910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 flipV="1">
            <a:off x="7061173" y="3169349"/>
            <a:ext cx="435114" cy="76482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Connector 538"/>
          <p:cNvCxnSpPr/>
          <p:nvPr/>
        </p:nvCxnSpPr>
        <p:spPr>
          <a:xfrm>
            <a:off x="6337016" y="4219407"/>
            <a:ext cx="3310428" cy="355474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Connector 539"/>
          <p:cNvCxnSpPr/>
          <p:nvPr/>
        </p:nvCxnSpPr>
        <p:spPr>
          <a:xfrm flipH="1">
            <a:off x="9945929" y="805261"/>
            <a:ext cx="205724" cy="79591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1" name="Connector 540"/>
          <p:cNvCxnSpPr/>
          <p:nvPr/>
        </p:nvCxnSpPr>
        <p:spPr>
          <a:xfrm flipH="1">
            <a:off x="9647444" y="805261"/>
            <a:ext cx="504209" cy="3769620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 flipH="1">
            <a:off x="8216624" y="805261"/>
            <a:ext cx="1935029" cy="1587750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>
            <a:off x="5420665" y="4018186"/>
            <a:ext cx="4226779" cy="556695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Connector 543"/>
          <p:cNvCxnSpPr/>
          <p:nvPr/>
        </p:nvCxnSpPr>
        <p:spPr>
          <a:xfrm flipH="1" flipV="1">
            <a:off x="5872427" y="4269302"/>
            <a:ext cx="1015567" cy="356070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Connector 544"/>
          <p:cNvCxnSpPr/>
          <p:nvPr/>
        </p:nvCxnSpPr>
        <p:spPr>
          <a:xfrm flipH="1" flipV="1">
            <a:off x="2743650" y="3740575"/>
            <a:ext cx="4144344" cy="884797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Connector 545"/>
          <p:cNvCxnSpPr/>
          <p:nvPr/>
        </p:nvCxnSpPr>
        <p:spPr>
          <a:xfrm flipH="1" flipV="1">
            <a:off x="2183738" y="3584516"/>
            <a:ext cx="4704256" cy="1040856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 flipH="1" flipV="1">
            <a:off x="2198613" y="3641807"/>
            <a:ext cx="4689381" cy="983565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8" name="Connector 547"/>
          <p:cNvCxnSpPr/>
          <p:nvPr/>
        </p:nvCxnSpPr>
        <p:spPr>
          <a:xfrm flipH="1" flipV="1">
            <a:off x="5644029" y="4145858"/>
            <a:ext cx="1243965" cy="479514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 flipH="1" flipV="1">
            <a:off x="5871904" y="4365604"/>
            <a:ext cx="1016090" cy="259768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 flipH="1" flipV="1">
            <a:off x="3205204" y="3950508"/>
            <a:ext cx="3682790" cy="674864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 flipH="1" flipV="1">
            <a:off x="2355514" y="3612267"/>
            <a:ext cx="4532480" cy="1013105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 flipH="1" flipV="1">
            <a:off x="2040040" y="3604314"/>
            <a:ext cx="4847954" cy="1021058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Connector 552"/>
          <p:cNvCxnSpPr/>
          <p:nvPr/>
        </p:nvCxnSpPr>
        <p:spPr>
          <a:xfrm flipH="1" flipV="1">
            <a:off x="2774192" y="3742236"/>
            <a:ext cx="4113802" cy="883136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4" name="Connector 553"/>
          <p:cNvCxnSpPr/>
          <p:nvPr/>
        </p:nvCxnSpPr>
        <p:spPr>
          <a:xfrm flipH="1" flipV="1">
            <a:off x="2772237" y="3725806"/>
            <a:ext cx="4115757" cy="899566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554"/>
          <p:cNvCxnSpPr/>
          <p:nvPr/>
        </p:nvCxnSpPr>
        <p:spPr>
          <a:xfrm flipH="1" flipV="1">
            <a:off x="2741145" y="3691619"/>
            <a:ext cx="4146849" cy="933753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Connector 555"/>
          <p:cNvCxnSpPr/>
          <p:nvPr/>
        </p:nvCxnSpPr>
        <p:spPr>
          <a:xfrm flipH="1" flipV="1">
            <a:off x="2435000" y="3698925"/>
            <a:ext cx="4452994" cy="926447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Connector 556"/>
          <p:cNvCxnSpPr/>
          <p:nvPr/>
        </p:nvCxnSpPr>
        <p:spPr>
          <a:xfrm flipH="1" flipV="1">
            <a:off x="2089513" y="3605587"/>
            <a:ext cx="4798481" cy="1019785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 flipH="1" flipV="1">
            <a:off x="5225503" y="4106496"/>
            <a:ext cx="1662491" cy="518876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 flipH="1" flipV="1">
            <a:off x="4036002" y="3983049"/>
            <a:ext cx="2851992" cy="642323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 flipH="1" flipV="1">
            <a:off x="4705847" y="3775343"/>
            <a:ext cx="2182147" cy="850029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H="1" flipV="1">
            <a:off x="4711601" y="3494557"/>
            <a:ext cx="2176393" cy="1130815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 flipH="1" flipV="1">
            <a:off x="6172052" y="4360184"/>
            <a:ext cx="715942" cy="265188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 flipH="1" flipV="1">
            <a:off x="5874139" y="4214301"/>
            <a:ext cx="1013855" cy="411071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 flipV="1">
            <a:off x="4851729" y="4089682"/>
            <a:ext cx="2036265" cy="535690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 flipH="1" flipV="1">
            <a:off x="3509984" y="3771358"/>
            <a:ext cx="3378010" cy="854014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H="1" flipV="1">
            <a:off x="4987628" y="3981641"/>
            <a:ext cx="1900366" cy="643731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H="1" flipV="1">
            <a:off x="5994399" y="4244185"/>
            <a:ext cx="893595" cy="381187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H="1" flipV="1">
            <a:off x="5925120" y="4389921"/>
            <a:ext cx="962874" cy="235451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V="1">
            <a:off x="6887994" y="3862735"/>
            <a:ext cx="437545" cy="762637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6887994" y="4466009"/>
            <a:ext cx="124823" cy="159363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 flipV="1">
            <a:off x="5823209" y="4124999"/>
            <a:ext cx="1064785" cy="500373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6887994" y="4625372"/>
            <a:ext cx="135576" cy="34485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V="1">
            <a:off x="6887994" y="3459588"/>
            <a:ext cx="220073" cy="1165784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H="1" flipV="1">
            <a:off x="5668175" y="4127531"/>
            <a:ext cx="1219819" cy="497841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V="1">
            <a:off x="6887994" y="4481208"/>
            <a:ext cx="850800" cy="144164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6887994" y="4058350"/>
            <a:ext cx="92455" cy="567022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6887994" y="4625372"/>
            <a:ext cx="590363" cy="194131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H="1" flipV="1">
            <a:off x="6113694" y="4171601"/>
            <a:ext cx="774300" cy="453771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 flipH="1" flipV="1">
            <a:off x="5487809" y="4093147"/>
            <a:ext cx="1400185" cy="532225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H="1">
            <a:off x="5403304" y="4625372"/>
            <a:ext cx="1484690" cy="136535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H="1" flipV="1">
            <a:off x="6318919" y="4499205"/>
            <a:ext cx="569075" cy="126167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V="1">
            <a:off x="6887994" y="3778726"/>
            <a:ext cx="605564" cy="846646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H="1" flipV="1">
            <a:off x="5656324" y="4278525"/>
            <a:ext cx="1231670" cy="346847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H="1" flipV="1">
            <a:off x="5777753" y="4205182"/>
            <a:ext cx="1110241" cy="420190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V="1">
            <a:off x="6887994" y="4387235"/>
            <a:ext cx="229432" cy="238137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H="1" flipV="1">
            <a:off x="6140309" y="4094536"/>
            <a:ext cx="747685" cy="530836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 flipH="1" flipV="1">
            <a:off x="6505988" y="4266785"/>
            <a:ext cx="382006" cy="358587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 flipH="1" flipV="1">
            <a:off x="6362453" y="4336708"/>
            <a:ext cx="525541" cy="288664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 flipH="1" flipV="1">
            <a:off x="6833018" y="4310197"/>
            <a:ext cx="54976" cy="315175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H="1" flipV="1">
            <a:off x="6019501" y="4178921"/>
            <a:ext cx="868493" cy="446451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 flipH="1" flipV="1">
            <a:off x="6433462" y="4121605"/>
            <a:ext cx="454532" cy="503767"/>
          </a:xfrm>
          <a:prstGeom prst="line">
            <a:avLst/>
          </a:prstGeom>
          <a:ln w="10160">
            <a:solidFill>
              <a:srgbClr val="D62728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2" name="Oval 591"/>
          <p:cNvSpPr/>
          <p:nvPr/>
        </p:nvSpPr>
        <p:spPr>
          <a:xfrm>
            <a:off x="5799275" y="4196150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3" name="Oval 592"/>
          <p:cNvSpPr/>
          <p:nvPr/>
        </p:nvSpPr>
        <p:spPr>
          <a:xfrm>
            <a:off x="2670498" y="3667423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4" name="Oval 593"/>
          <p:cNvSpPr/>
          <p:nvPr/>
        </p:nvSpPr>
        <p:spPr>
          <a:xfrm>
            <a:off x="2324523" y="3566895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5" name="Oval 594"/>
          <p:cNvSpPr/>
          <p:nvPr/>
        </p:nvSpPr>
        <p:spPr>
          <a:xfrm>
            <a:off x="2265292" y="3534273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6" name="Oval 595"/>
          <p:cNvSpPr/>
          <p:nvPr/>
        </p:nvSpPr>
        <p:spPr>
          <a:xfrm>
            <a:off x="5142305" y="3525687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7" name="Oval 596"/>
          <p:cNvSpPr/>
          <p:nvPr/>
        </p:nvSpPr>
        <p:spPr>
          <a:xfrm>
            <a:off x="5364673" y="3966655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8" name="Oval 597"/>
          <p:cNvSpPr/>
          <p:nvPr/>
        </p:nvSpPr>
        <p:spPr>
          <a:xfrm>
            <a:off x="2110586" y="3511364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9" name="Oval 598"/>
          <p:cNvSpPr/>
          <p:nvPr/>
        </p:nvSpPr>
        <p:spPr>
          <a:xfrm>
            <a:off x="2068233" y="3503088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0" name="Oval 599"/>
          <p:cNvSpPr/>
          <p:nvPr/>
        </p:nvSpPr>
        <p:spPr>
          <a:xfrm>
            <a:off x="2663744" y="3672590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1" name="Oval 600"/>
          <p:cNvSpPr/>
          <p:nvPr/>
        </p:nvSpPr>
        <p:spPr>
          <a:xfrm>
            <a:off x="2125461" y="3568655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2" name="Oval 601"/>
          <p:cNvSpPr/>
          <p:nvPr/>
        </p:nvSpPr>
        <p:spPr>
          <a:xfrm>
            <a:off x="5750488" y="4147746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3" name="Oval 602"/>
          <p:cNvSpPr/>
          <p:nvPr/>
        </p:nvSpPr>
        <p:spPr>
          <a:xfrm>
            <a:off x="6651866" y="4310508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4" name="Oval 603"/>
          <p:cNvSpPr/>
          <p:nvPr/>
        </p:nvSpPr>
        <p:spPr>
          <a:xfrm>
            <a:off x="5570877" y="4072706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5" name="Oval 604"/>
          <p:cNvSpPr/>
          <p:nvPr/>
        </p:nvSpPr>
        <p:spPr>
          <a:xfrm>
            <a:off x="5798752" y="4292452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6" name="Oval 605"/>
          <p:cNvSpPr/>
          <p:nvPr/>
        </p:nvSpPr>
        <p:spPr>
          <a:xfrm>
            <a:off x="3645115" y="3656366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7" name="Oval 606"/>
          <p:cNvSpPr/>
          <p:nvPr/>
        </p:nvSpPr>
        <p:spPr>
          <a:xfrm>
            <a:off x="3132052" y="3877356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8" name="Oval 607"/>
          <p:cNvSpPr/>
          <p:nvPr/>
        </p:nvSpPr>
        <p:spPr>
          <a:xfrm>
            <a:off x="2282362" y="3539115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9" name="Oval 608"/>
          <p:cNvSpPr/>
          <p:nvPr/>
        </p:nvSpPr>
        <p:spPr>
          <a:xfrm>
            <a:off x="2095865" y="3550505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0" name="Oval 609"/>
          <p:cNvSpPr/>
          <p:nvPr/>
        </p:nvSpPr>
        <p:spPr>
          <a:xfrm>
            <a:off x="3508143" y="3648092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1" name="Oval 610"/>
          <p:cNvSpPr/>
          <p:nvPr/>
        </p:nvSpPr>
        <p:spPr>
          <a:xfrm>
            <a:off x="1966888" y="3531162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2" name="Oval 611"/>
          <p:cNvSpPr/>
          <p:nvPr/>
        </p:nvSpPr>
        <p:spPr>
          <a:xfrm>
            <a:off x="2710090" y="3670573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3" name="Oval 612"/>
          <p:cNvSpPr/>
          <p:nvPr/>
        </p:nvSpPr>
        <p:spPr>
          <a:xfrm>
            <a:off x="2701040" y="3669084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4" name="Oval 613"/>
          <p:cNvSpPr/>
          <p:nvPr/>
        </p:nvSpPr>
        <p:spPr>
          <a:xfrm>
            <a:off x="2699085" y="3652654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5" name="Oval 614"/>
          <p:cNvSpPr/>
          <p:nvPr/>
        </p:nvSpPr>
        <p:spPr>
          <a:xfrm>
            <a:off x="5419457" y="4889627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6" name="Oval 615"/>
          <p:cNvSpPr/>
          <p:nvPr/>
        </p:nvSpPr>
        <p:spPr>
          <a:xfrm>
            <a:off x="2782217" y="3656506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7" name="Oval 616"/>
          <p:cNvSpPr/>
          <p:nvPr/>
        </p:nvSpPr>
        <p:spPr>
          <a:xfrm>
            <a:off x="2667993" y="3618467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8" name="Oval 617"/>
          <p:cNvSpPr/>
          <p:nvPr/>
        </p:nvSpPr>
        <p:spPr>
          <a:xfrm>
            <a:off x="2361848" y="3625773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9" name="Oval 618"/>
          <p:cNvSpPr/>
          <p:nvPr/>
        </p:nvSpPr>
        <p:spPr>
          <a:xfrm>
            <a:off x="2016361" y="3532435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0" name="Oval 619"/>
          <p:cNvSpPr/>
          <p:nvPr/>
        </p:nvSpPr>
        <p:spPr>
          <a:xfrm>
            <a:off x="5152351" y="4033344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1" name="Oval 620"/>
          <p:cNvSpPr/>
          <p:nvPr/>
        </p:nvSpPr>
        <p:spPr>
          <a:xfrm>
            <a:off x="6656514" y="4225850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2" name="Oval 621"/>
          <p:cNvSpPr/>
          <p:nvPr/>
        </p:nvSpPr>
        <p:spPr>
          <a:xfrm>
            <a:off x="6199158" y="4387558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3" name="Oval 622"/>
          <p:cNvSpPr/>
          <p:nvPr/>
        </p:nvSpPr>
        <p:spPr>
          <a:xfrm>
            <a:off x="6882875" y="4563463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4" name="Oval 623"/>
          <p:cNvSpPr/>
          <p:nvPr/>
        </p:nvSpPr>
        <p:spPr>
          <a:xfrm>
            <a:off x="7073895" y="4384255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5" name="Oval 624"/>
          <p:cNvSpPr/>
          <p:nvPr/>
        </p:nvSpPr>
        <p:spPr>
          <a:xfrm>
            <a:off x="3962850" y="3909897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6" name="Oval 625"/>
          <p:cNvSpPr/>
          <p:nvPr/>
        </p:nvSpPr>
        <p:spPr>
          <a:xfrm>
            <a:off x="4632695" y="3702191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7" name="Oval 626"/>
          <p:cNvSpPr/>
          <p:nvPr/>
        </p:nvSpPr>
        <p:spPr>
          <a:xfrm>
            <a:off x="6843754" y="4208053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8" name="Oval 627"/>
          <p:cNvSpPr/>
          <p:nvPr/>
        </p:nvSpPr>
        <p:spPr>
          <a:xfrm>
            <a:off x="6734941" y="4197787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9" name="Oval 628"/>
          <p:cNvSpPr/>
          <p:nvPr/>
        </p:nvSpPr>
        <p:spPr>
          <a:xfrm>
            <a:off x="5670665" y="3972299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0" name="Oval 629"/>
          <p:cNvSpPr/>
          <p:nvPr/>
        </p:nvSpPr>
        <p:spPr>
          <a:xfrm>
            <a:off x="6065842" y="4328262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1" name="Oval 630"/>
          <p:cNvSpPr/>
          <p:nvPr/>
        </p:nvSpPr>
        <p:spPr>
          <a:xfrm>
            <a:off x="4725745" y="3995749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2" name="Oval 631"/>
          <p:cNvSpPr/>
          <p:nvPr/>
        </p:nvSpPr>
        <p:spPr>
          <a:xfrm>
            <a:off x="6263905" y="4211891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3" name="Oval 632"/>
          <p:cNvSpPr/>
          <p:nvPr/>
        </p:nvSpPr>
        <p:spPr>
          <a:xfrm>
            <a:off x="4638449" y="3421405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4" name="Oval 633"/>
          <p:cNvSpPr/>
          <p:nvPr/>
        </p:nvSpPr>
        <p:spPr>
          <a:xfrm>
            <a:off x="5084958" y="3757530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5" name="Oval 634"/>
          <p:cNvSpPr/>
          <p:nvPr/>
        </p:nvSpPr>
        <p:spPr>
          <a:xfrm>
            <a:off x="6020892" y="4038208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6" name="Oval 635"/>
          <p:cNvSpPr/>
          <p:nvPr/>
        </p:nvSpPr>
        <p:spPr>
          <a:xfrm>
            <a:off x="5869687" y="4003786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7" name="Oval 636"/>
          <p:cNvSpPr/>
          <p:nvPr/>
        </p:nvSpPr>
        <p:spPr>
          <a:xfrm>
            <a:off x="6098900" y="4287032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8" name="Oval 637"/>
          <p:cNvSpPr/>
          <p:nvPr/>
        </p:nvSpPr>
        <p:spPr>
          <a:xfrm>
            <a:off x="5461266" y="4143588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9" name="Oval 638"/>
          <p:cNvSpPr/>
          <p:nvPr/>
        </p:nvSpPr>
        <p:spPr>
          <a:xfrm>
            <a:off x="5800987" y="4141149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0" name="Oval 639"/>
          <p:cNvSpPr/>
          <p:nvPr/>
        </p:nvSpPr>
        <p:spPr>
          <a:xfrm>
            <a:off x="6116872" y="3699719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1" name="Oval 640"/>
          <p:cNvSpPr/>
          <p:nvPr/>
        </p:nvSpPr>
        <p:spPr>
          <a:xfrm>
            <a:off x="6789932" y="4170023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2" name="Oval 641"/>
          <p:cNvSpPr/>
          <p:nvPr/>
        </p:nvSpPr>
        <p:spPr>
          <a:xfrm>
            <a:off x="5007870" y="3935327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3" name="Oval 642"/>
          <p:cNvSpPr/>
          <p:nvPr/>
        </p:nvSpPr>
        <p:spPr>
          <a:xfrm>
            <a:off x="3456378" y="3709406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4" name="Oval 643"/>
          <p:cNvSpPr/>
          <p:nvPr/>
        </p:nvSpPr>
        <p:spPr>
          <a:xfrm>
            <a:off x="3808048" y="3544708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5" name="Oval 644"/>
          <p:cNvSpPr/>
          <p:nvPr/>
        </p:nvSpPr>
        <p:spPr>
          <a:xfrm>
            <a:off x="7377807" y="3927293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6" name="Oval 645"/>
          <p:cNvSpPr/>
          <p:nvPr/>
        </p:nvSpPr>
        <p:spPr>
          <a:xfrm>
            <a:off x="6293519" y="3232587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7" name="Oval 646"/>
          <p:cNvSpPr/>
          <p:nvPr/>
        </p:nvSpPr>
        <p:spPr>
          <a:xfrm>
            <a:off x="3456134" y="3670634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8" name="Oval 647"/>
          <p:cNvSpPr/>
          <p:nvPr/>
        </p:nvSpPr>
        <p:spPr>
          <a:xfrm>
            <a:off x="2730782" y="3596337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9" name="Oval 648"/>
          <p:cNvSpPr/>
          <p:nvPr/>
        </p:nvSpPr>
        <p:spPr>
          <a:xfrm>
            <a:off x="4778577" y="4016530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0" name="Oval 649"/>
          <p:cNvSpPr/>
          <p:nvPr/>
        </p:nvSpPr>
        <p:spPr>
          <a:xfrm>
            <a:off x="3436832" y="3698206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1" name="Oval 650"/>
          <p:cNvSpPr/>
          <p:nvPr/>
        </p:nvSpPr>
        <p:spPr>
          <a:xfrm>
            <a:off x="5491292" y="3984815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2" name="Oval 651"/>
          <p:cNvSpPr/>
          <p:nvPr/>
        </p:nvSpPr>
        <p:spPr>
          <a:xfrm>
            <a:off x="4914476" y="3908489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3" name="Oval 652"/>
          <p:cNvSpPr/>
          <p:nvPr/>
        </p:nvSpPr>
        <p:spPr>
          <a:xfrm>
            <a:off x="3756682" y="3734970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4" name="Oval 653"/>
          <p:cNvSpPr/>
          <p:nvPr/>
        </p:nvSpPr>
        <p:spPr>
          <a:xfrm>
            <a:off x="6274958" y="4355254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5" name="Oval 654"/>
          <p:cNvSpPr/>
          <p:nvPr/>
        </p:nvSpPr>
        <p:spPr>
          <a:xfrm>
            <a:off x="6117768" y="4065236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6" name="Oval 655"/>
          <p:cNvSpPr/>
          <p:nvPr/>
        </p:nvSpPr>
        <p:spPr>
          <a:xfrm>
            <a:off x="5921247" y="4171033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7" name="Oval 656"/>
          <p:cNvSpPr/>
          <p:nvPr/>
        </p:nvSpPr>
        <p:spPr>
          <a:xfrm>
            <a:off x="5851968" y="4316769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8" name="Oval 657"/>
          <p:cNvSpPr/>
          <p:nvPr/>
        </p:nvSpPr>
        <p:spPr>
          <a:xfrm>
            <a:off x="7252387" y="3789583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9" name="Oval 658"/>
          <p:cNvSpPr/>
          <p:nvPr/>
        </p:nvSpPr>
        <p:spPr>
          <a:xfrm>
            <a:off x="6154139" y="3934102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0" name="Oval 659"/>
          <p:cNvSpPr/>
          <p:nvPr/>
        </p:nvSpPr>
        <p:spPr>
          <a:xfrm>
            <a:off x="6145070" y="4108936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1" name="Oval 660"/>
          <p:cNvSpPr/>
          <p:nvPr/>
        </p:nvSpPr>
        <p:spPr>
          <a:xfrm>
            <a:off x="5777032" y="3831550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2" name="Oval 661"/>
          <p:cNvSpPr/>
          <p:nvPr/>
        </p:nvSpPr>
        <p:spPr>
          <a:xfrm>
            <a:off x="6939665" y="4392857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3" name="Oval 662"/>
          <p:cNvSpPr/>
          <p:nvPr/>
        </p:nvSpPr>
        <p:spPr>
          <a:xfrm>
            <a:off x="5592398" y="4065806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4" name="Oval 663"/>
          <p:cNvSpPr/>
          <p:nvPr/>
        </p:nvSpPr>
        <p:spPr>
          <a:xfrm>
            <a:off x="5227461" y="3898364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5" name="Oval 664"/>
          <p:cNvSpPr/>
          <p:nvPr/>
        </p:nvSpPr>
        <p:spPr>
          <a:xfrm>
            <a:off x="5750057" y="4051847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6" name="Oval 665"/>
          <p:cNvSpPr/>
          <p:nvPr/>
        </p:nvSpPr>
        <p:spPr>
          <a:xfrm>
            <a:off x="6950418" y="4586705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7" name="Oval 666"/>
          <p:cNvSpPr/>
          <p:nvPr/>
        </p:nvSpPr>
        <p:spPr>
          <a:xfrm>
            <a:off x="5818075" y="4084551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8" name="Oval 667"/>
          <p:cNvSpPr/>
          <p:nvPr/>
        </p:nvSpPr>
        <p:spPr>
          <a:xfrm>
            <a:off x="7034915" y="3386436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9" name="Oval 668"/>
          <p:cNvSpPr/>
          <p:nvPr/>
        </p:nvSpPr>
        <p:spPr>
          <a:xfrm>
            <a:off x="7352354" y="2598619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0" name="Oval 669"/>
          <p:cNvSpPr/>
          <p:nvPr/>
        </p:nvSpPr>
        <p:spPr>
          <a:xfrm>
            <a:off x="3173804" y="3639165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1" name="Oval 670"/>
          <p:cNvSpPr/>
          <p:nvPr/>
        </p:nvSpPr>
        <p:spPr>
          <a:xfrm>
            <a:off x="6303171" y="4070762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2" name="Oval 671"/>
          <p:cNvSpPr/>
          <p:nvPr/>
        </p:nvSpPr>
        <p:spPr>
          <a:xfrm>
            <a:off x="5488322" y="3936917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3" name="Oval 672"/>
          <p:cNvSpPr/>
          <p:nvPr/>
        </p:nvSpPr>
        <p:spPr>
          <a:xfrm>
            <a:off x="5595023" y="4054379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4" name="Oval 673"/>
          <p:cNvSpPr/>
          <p:nvPr/>
        </p:nvSpPr>
        <p:spPr>
          <a:xfrm>
            <a:off x="4944030" y="3806325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5" name="Oval 674"/>
          <p:cNvSpPr/>
          <p:nvPr/>
        </p:nvSpPr>
        <p:spPr>
          <a:xfrm>
            <a:off x="7665642" y="4408056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6" name="Oval 675"/>
          <p:cNvSpPr/>
          <p:nvPr/>
        </p:nvSpPr>
        <p:spPr>
          <a:xfrm>
            <a:off x="8130567" y="3747109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7" name="Oval 676"/>
          <p:cNvSpPr/>
          <p:nvPr/>
        </p:nvSpPr>
        <p:spPr>
          <a:xfrm>
            <a:off x="6415696" y="4232530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8" name="Oval 677"/>
          <p:cNvSpPr/>
          <p:nvPr/>
        </p:nvSpPr>
        <p:spPr>
          <a:xfrm>
            <a:off x="6907297" y="3985198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9" name="Oval 678"/>
          <p:cNvSpPr/>
          <p:nvPr/>
        </p:nvSpPr>
        <p:spPr>
          <a:xfrm>
            <a:off x="7405205" y="4746351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0" name="Oval 679"/>
          <p:cNvSpPr/>
          <p:nvPr/>
        </p:nvSpPr>
        <p:spPr>
          <a:xfrm>
            <a:off x="8443587" y="1733319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1" name="Oval 680"/>
          <p:cNvSpPr/>
          <p:nvPr/>
        </p:nvSpPr>
        <p:spPr>
          <a:xfrm>
            <a:off x="6837442" y="4156328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2" name="Oval 681"/>
          <p:cNvSpPr/>
          <p:nvPr/>
        </p:nvSpPr>
        <p:spPr>
          <a:xfrm>
            <a:off x="6135352" y="4282188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3" name="Oval 682"/>
          <p:cNvSpPr/>
          <p:nvPr/>
        </p:nvSpPr>
        <p:spPr>
          <a:xfrm>
            <a:off x="7423135" y="3096197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4" name="Oval 683"/>
          <p:cNvSpPr/>
          <p:nvPr/>
        </p:nvSpPr>
        <p:spPr>
          <a:xfrm>
            <a:off x="5336735" y="3926848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5" name="Oval 684"/>
          <p:cNvSpPr/>
          <p:nvPr/>
        </p:nvSpPr>
        <p:spPr>
          <a:xfrm>
            <a:off x="6551933" y="3905125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6" name="Oval 685"/>
          <p:cNvSpPr/>
          <p:nvPr/>
        </p:nvSpPr>
        <p:spPr>
          <a:xfrm>
            <a:off x="5766479" y="4429966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7" name="Oval 686"/>
          <p:cNvSpPr/>
          <p:nvPr/>
        </p:nvSpPr>
        <p:spPr>
          <a:xfrm>
            <a:off x="6040542" y="4098449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8" name="Oval 687"/>
          <p:cNvSpPr/>
          <p:nvPr/>
        </p:nvSpPr>
        <p:spPr>
          <a:xfrm>
            <a:off x="5414657" y="4019995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9" name="Oval 688"/>
          <p:cNvSpPr/>
          <p:nvPr/>
        </p:nvSpPr>
        <p:spPr>
          <a:xfrm>
            <a:off x="5330152" y="4688755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0" name="Oval 689"/>
          <p:cNvSpPr/>
          <p:nvPr/>
        </p:nvSpPr>
        <p:spPr>
          <a:xfrm>
            <a:off x="6457118" y="4375225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1" name="Oval 690"/>
          <p:cNvSpPr/>
          <p:nvPr/>
        </p:nvSpPr>
        <p:spPr>
          <a:xfrm>
            <a:off x="7376330" y="4435496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2" name="Oval 691"/>
          <p:cNvSpPr/>
          <p:nvPr/>
        </p:nvSpPr>
        <p:spPr>
          <a:xfrm>
            <a:off x="5923631" y="4010910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3" name="Oval 692"/>
          <p:cNvSpPr/>
          <p:nvPr/>
        </p:nvSpPr>
        <p:spPr>
          <a:xfrm>
            <a:off x="6182937" y="4114027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4" name="Oval 693"/>
          <p:cNvSpPr/>
          <p:nvPr/>
        </p:nvSpPr>
        <p:spPr>
          <a:xfrm>
            <a:off x="6245767" y="4426053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5" name="Oval 694"/>
          <p:cNvSpPr/>
          <p:nvPr/>
        </p:nvSpPr>
        <p:spPr>
          <a:xfrm>
            <a:off x="7420406" y="3705574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6" name="Oval 695"/>
          <p:cNvSpPr/>
          <p:nvPr/>
        </p:nvSpPr>
        <p:spPr>
          <a:xfrm>
            <a:off x="6496910" y="4167702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7" name="Oval 696"/>
          <p:cNvSpPr/>
          <p:nvPr/>
        </p:nvSpPr>
        <p:spPr>
          <a:xfrm>
            <a:off x="6234833" y="4037370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8" name="Oval 697"/>
          <p:cNvSpPr/>
          <p:nvPr/>
        </p:nvSpPr>
        <p:spPr>
          <a:xfrm>
            <a:off x="6256719" y="4273242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9" name="Oval 698"/>
          <p:cNvSpPr/>
          <p:nvPr/>
        </p:nvSpPr>
        <p:spPr>
          <a:xfrm>
            <a:off x="5583172" y="4205373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0" name="Oval 699"/>
          <p:cNvSpPr/>
          <p:nvPr/>
        </p:nvSpPr>
        <p:spPr>
          <a:xfrm>
            <a:off x="7050874" y="3923997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1" name="Oval 700"/>
          <p:cNvSpPr/>
          <p:nvPr/>
        </p:nvSpPr>
        <p:spPr>
          <a:xfrm>
            <a:off x="7955936" y="4405878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2" name="Oval 701"/>
          <p:cNvSpPr/>
          <p:nvPr/>
        </p:nvSpPr>
        <p:spPr>
          <a:xfrm>
            <a:off x="5248416" y="3947068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3" name="Oval 702"/>
          <p:cNvSpPr/>
          <p:nvPr/>
        </p:nvSpPr>
        <p:spPr>
          <a:xfrm>
            <a:off x="5248416" y="3947068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4" name="Oval 703"/>
          <p:cNvSpPr/>
          <p:nvPr/>
        </p:nvSpPr>
        <p:spPr>
          <a:xfrm>
            <a:off x="5704601" y="4132030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5" name="Oval 704"/>
          <p:cNvSpPr/>
          <p:nvPr/>
        </p:nvSpPr>
        <p:spPr>
          <a:xfrm>
            <a:off x="7044274" y="4314083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6" name="Oval 705"/>
          <p:cNvSpPr/>
          <p:nvPr/>
        </p:nvSpPr>
        <p:spPr>
          <a:xfrm>
            <a:off x="6896671" y="3914614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7" name="Oval 706"/>
          <p:cNvSpPr/>
          <p:nvPr/>
        </p:nvSpPr>
        <p:spPr>
          <a:xfrm>
            <a:off x="6089833" y="4064910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8" name="Oval 707"/>
          <p:cNvSpPr/>
          <p:nvPr/>
        </p:nvSpPr>
        <p:spPr>
          <a:xfrm>
            <a:off x="5994728" y="4269517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9" name="Oval 708"/>
          <p:cNvSpPr/>
          <p:nvPr/>
        </p:nvSpPr>
        <p:spPr>
          <a:xfrm>
            <a:off x="6067157" y="4021384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0" name="Oval 709"/>
          <p:cNvSpPr/>
          <p:nvPr/>
        </p:nvSpPr>
        <p:spPr>
          <a:xfrm>
            <a:off x="6432836" y="4193633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1" name="Oval 710"/>
          <p:cNvSpPr/>
          <p:nvPr/>
        </p:nvSpPr>
        <p:spPr>
          <a:xfrm>
            <a:off x="6883060" y="4313897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2" name="Oval 711"/>
          <p:cNvSpPr/>
          <p:nvPr/>
        </p:nvSpPr>
        <p:spPr>
          <a:xfrm>
            <a:off x="6289301" y="4263556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3" name="Oval 712"/>
          <p:cNvSpPr/>
          <p:nvPr/>
        </p:nvSpPr>
        <p:spPr>
          <a:xfrm>
            <a:off x="6759866" y="4237045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4" name="Oval 713"/>
          <p:cNvSpPr/>
          <p:nvPr/>
        </p:nvSpPr>
        <p:spPr>
          <a:xfrm>
            <a:off x="5946349" y="4105769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5" name="Oval 714"/>
          <p:cNvSpPr/>
          <p:nvPr/>
        </p:nvSpPr>
        <p:spPr>
          <a:xfrm>
            <a:off x="6360310" y="4048453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6" name="Oval 715"/>
          <p:cNvSpPr/>
          <p:nvPr/>
        </p:nvSpPr>
        <p:spPr>
          <a:xfrm>
            <a:off x="6734588" y="4391114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7" name="Oval 716"/>
          <p:cNvSpPr/>
          <p:nvPr/>
        </p:nvSpPr>
        <p:spPr>
          <a:xfrm>
            <a:off x="6712552" y="4291956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8" name="Oval 717"/>
          <p:cNvSpPr/>
          <p:nvPr/>
        </p:nvSpPr>
        <p:spPr>
          <a:xfrm>
            <a:off x="4693446" y="4210226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9" name="Oval 718"/>
          <p:cNvSpPr/>
          <p:nvPr/>
        </p:nvSpPr>
        <p:spPr>
          <a:xfrm>
            <a:off x="7652258" y="3520248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0" name="Oval 719"/>
          <p:cNvSpPr/>
          <p:nvPr/>
        </p:nvSpPr>
        <p:spPr>
          <a:xfrm>
            <a:off x="6841712" y="4515890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1" name="Oval 720"/>
          <p:cNvSpPr/>
          <p:nvPr/>
        </p:nvSpPr>
        <p:spPr>
          <a:xfrm>
            <a:off x="6263864" y="4146255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2" name="Oval 721"/>
          <p:cNvSpPr/>
          <p:nvPr/>
        </p:nvSpPr>
        <p:spPr>
          <a:xfrm>
            <a:off x="10078501" y="732109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3" name="Oval 722"/>
          <p:cNvSpPr/>
          <p:nvPr/>
        </p:nvSpPr>
        <p:spPr>
          <a:xfrm>
            <a:off x="5347513" y="3945034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4" name="Oval 723"/>
          <p:cNvSpPr/>
          <p:nvPr/>
        </p:nvSpPr>
        <p:spPr>
          <a:xfrm>
            <a:off x="7331511" y="3744754"/>
            <a:ext cx="146304" cy="146304"/>
          </a:xfrm>
          <a:prstGeom prst="ellipse">
            <a:avLst/>
          </a:prstGeom>
          <a:solidFill>
            <a:srgbClr val="D6272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5" name="Oval 724"/>
          <p:cNvSpPr/>
          <p:nvPr/>
        </p:nvSpPr>
        <p:spPr>
          <a:xfrm>
            <a:off x="7150634" y="4063984"/>
            <a:ext cx="146304" cy="146304"/>
          </a:xfrm>
          <a:prstGeom prst="ellipse">
            <a:avLst/>
          </a:prstGeom>
          <a:solidFill>
            <a:srgbClr val="D6272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6" name="Oval 725"/>
          <p:cNvSpPr/>
          <p:nvPr/>
        </p:nvSpPr>
        <p:spPr>
          <a:xfrm>
            <a:off x="6540828" y="4142867"/>
            <a:ext cx="146304" cy="146304"/>
          </a:xfrm>
          <a:prstGeom prst="ellipse">
            <a:avLst/>
          </a:prstGeom>
          <a:solidFill>
            <a:srgbClr val="D6272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7" name="Oval 726"/>
          <p:cNvSpPr/>
          <p:nvPr/>
        </p:nvSpPr>
        <p:spPr>
          <a:xfrm>
            <a:off x="9872777" y="1528021"/>
            <a:ext cx="146304" cy="146304"/>
          </a:xfrm>
          <a:prstGeom prst="ellipse">
            <a:avLst/>
          </a:prstGeom>
          <a:solidFill>
            <a:srgbClr val="D6272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8" name="Oval 727"/>
          <p:cNvSpPr/>
          <p:nvPr/>
        </p:nvSpPr>
        <p:spPr>
          <a:xfrm>
            <a:off x="9574292" y="4501729"/>
            <a:ext cx="146304" cy="146304"/>
          </a:xfrm>
          <a:prstGeom prst="ellipse">
            <a:avLst/>
          </a:prstGeom>
          <a:solidFill>
            <a:srgbClr val="D6272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9" name="Oval 728"/>
          <p:cNvSpPr/>
          <p:nvPr/>
        </p:nvSpPr>
        <p:spPr>
          <a:xfrm>
            <a:off x="6740132" y="4453769"/>
            <a:ext cx="146304" cy="146304"/>
          </a:xfrm>
          <a:prstGeom prst="ellipse">
            <a:avLst/>
          </a:prstGeom>
          <a:solidFill>
            <a:srgbClr val="D6272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0" name="Oval 729"/>
          <p:cNvSpPr/>
          <p:nvPr/>
        </p:nvSpPr>
        <p:spPr>
          <a:xfrm>
            <a:off x="6478670" y="4565215"/>
            <a:ext cx="146304" cy="146304"/>
          </a:xfrm>
          <a:prstGeom prst="ellipse">
            <a:avLst/>
          </a:prstGeom>
          <a:solidFill>
            <a:srgbClr val="D6272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1" name="Oval 730"/>
          <p:cNvSpPr/>
          <p:nvPr/>
        </p:nvSpPr>
        <p:spPr>
          <a:xfrm>
            <a:off x="5569591" y="4129226"/>
            <a:ext cx="146304" cy="146304"/>
          </a:xfrm>
          <a:prstGeom prst="ellipse">
            <a:avLst/>
          </a:prstGeom>
          <a:solidFill>
            <a:srgbClr val="D6272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2" name="Oval 731"/>
          <p:cNvSpPr/>
          <p:nvPr/>
        </p:nvSpPr>
        <p:spPr>
          <a:xfrm>
            <a:off x="8014411" y="2558850"/>
            <a:ext cx="146304" cy="146304"/>
          </a:xfrm>
          <a:prstGeom prst="ellipse">
            <a:avLst/>
          </a:prstGeom>
          <a:solidFill>
            <a:srgbClr val="D6272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3" name="Oval 732"/>
          <p:cNvSpPr/>
          <p:nvPr/>
        </p:nvSpPr>
        <p:spPr>
          <a:xfrm>
            <a:off x="6269184" y="3480988"/>
            <a:ext cx="146304" cy="146304"/>
          </a:xfrm>
          <a:prstGeom prst="ellipse">
            <a:avLst/>
          </a:prstGeom>
          <a:solidFill>
            <a:srgbClr val="D6272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4" name="Oval 733"/>
          <p:cNvSpPr/>
          <p:nvPr/>
        </p:nvSpPr>
        <p:spPr>
          <a:xfrm>
            <a:off x="7320958" y="2966673"/>
            <a:ext cx="146304" cy="146304"/>
          </a:xfrm>
          <a:prstGeom prst="ellipse">
            <a:avLst/>
          </a:prstGeom>
          <a:solidFill>
            <a:srgbClr val="D6272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5" name="Oval 734"/>
          <p:cNvSpPr/>
          <p:nvPr/>
        </p:nvSpPr>
        <p:spPr>
          <a:xfrm>
            <a:off x="8143472" y="2319859"/>
            <a:ext cx="146304" cy="146304"/>
          </a:xfrm>
          <a:prstGeom prst="ellipse">
            <a:avLst/>
          </a:prstGeom>
          <a:solidFill>
            <a:srgbClr val="D6272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6" name="Oval 735"/>
          <p:cNvSpPr/>
          <p:nvPr/>
        </p:nvSpPr>
        <p:spPr>
          <a:xfrm>
            <a:off x="5116987" y="5156626"/>
            <a:ext cx="146304" cy="146304"/>
          </a:xfrm>
          <a:prstGeom prst="ellipse">
            <a:avLst/>
          </a:prstGeom>
          <a:solidFill>
            <a:srgbClr val="D6272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7" name="Oval 736"/>
          <p:cNvSpPr/>
          <p:nvPr/>
        </p:nvSpPr>
        <p:spPr>
          <a:xfrm>
            <a:off x="5400212" y="4236082"/>
            <a:ext cx="146304" cy="146304"/>
          </a:xfrm>
          <a:prstGeom prst="ellipse">
            <a:avLst/>
          </a:prstGeom>
          <a:solidFill>
            <a:srgbClr val="D6272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8" name="Oval 737"/>
          <p:cNvSpPr/>
          <p:nvPr/>
        </p:nvSpPr>
        <p:spPr>
          <a:xfrm>
            <a:off x="5613747" y="4038950"/>
            <a:ext cx="146304" cy="146304"/>
          </a:xfrm>
          <a:prstGeom prst="ellipse">
            <a:avLst/>
          </a:prstGeom>
          <a:solidFill>
            <a:srgbClr val="D6272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9" name="Oval 738"/>
          <p:cNvSpPr/>
          <p:nvPr/>
        </p:nvSpPr>
        <p:spPr>
          <a:xfrm>
            <a:off x="6988021" y="3861019"/>
            <a:ext cx="146304" cy="146304"/>
          </a:xfrm>
          <a:prstGeom prst="ellipse">
            <a:avLst/>
          </a:prstGeom>
          <a:solidFill>
            <a:srgbClr val="D6272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0" name="Oval 739"/>
          <p:cNvSpPr/>
          <p:nvPr/>
        </p:nvSpPr>
        <p:spPr>
          <a:xfrm>
            <a:off x="6814842" y="4552220"/>
            <a:ext cx="146304" cy="146304"/>
          </a:xfrm>
          <a:prstGeom prst="ellipse">
            <a:avLst/>
          </a:prstGeom>
          <a:solidFill>
            <a:srgbClr val="D6272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1" name="Oval 740"/>
          <p:cNvSpPr/>
          <p:nvPr/>
        </p:nvSpPr>
        <p:spPr>
          <a:xfrm>
            <a:off x="3126623" y="5865437"/>
            <a:ext cx="146304" cy="146304"/>
          </a:xfrm>
          <a:prstGeom prst="ellipse">
            <a:avLst/>
          </a:prstGeom>
          <a:solidFill>
            <a:srgbClr val="1F77B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2" name="TextBox 741"/>
          <p:cNvSpPr txBox="1"/>
          <p:nvPr/>
        </p:nvSpPr>
        <p:spPr>
          <a:xfrm>
            <a:off x="3199775" y="5778569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 i="0">
                <a:solidFill>
                  <a:srgbClr val="000000"/>
                </a:solidFill>
              </a:defRPr>
            </a:pPr>
            <a:r>
              <a:t>V₁ (dᵢ=+1.0, 132 nodes)</a:t>
            </a:r>
          </a:p>
        </p:txBody>
      </p:sp>
      <p:sp>
        <p:nvSpPr>
          <p:cNvPr id="743" name="Oval 742"/>
          <p:cNvSpPr/>
          <p:nvPr/>
        </p:nvSpPr>
        <p:spPr>
          <a:xfrm>
            <a:off x="6327023" y="5865437"/>
            <a:ext cx="146304" cy="146304"/>
          </a:xfrm>
          <a:prstGeom prst="ellipse">
            <a:avLst/>
          </a:prstGeom>
          <a:solidFill>
            <a:srgbClr val="D6272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4" name="TextBox 743"/>
          <p:cNvSpPr txBox="1"/>
          <p:nvPr/>
        </p:nvSpPr>
        <p:spPr>
          <a:xfrm>
            <a:off x="6400175" y="5778569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 i="0">
                <a:solidFill>
                  <a:srgbClr val="000000"/>
                </a:solidFill>
              </a:defRPr>
            </a:pPr>
            <a:r>
              <a:t>V₂ (dᵢ=−2.0, 17 nodes)</a:t>
            </a:r>
          </a:p>
        </p:txBody>
      </p:sp>
      <p:cxnSp>
        <p:nvCxnSpPr>
          <p:cNvPr id="745" name="Connector 744"/>
          <p:cNvCxnSpPr/>
          <p:nvPr/>
        </p:nvCxnSpPr>
        <p:spPr>
          <a:xfrm>
            <a:off x="9326255" y="5938589"/>
            <a:ext cx="548640" cy="0"/>
          </a:xfrm>
          <a:prstGeom prst="line">
            <a:avLst/>
          </a:prstGeom>
          <a:ln w="12700">
            <a:solidFill>
              <a:srgbClr val="000000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6" name="TextBox 745"/>
          <p:cNvSpPr txBox="1"/>
          <p:nvPr/>
        </p:nvSpPr>
        <p:spPr>
          <a:xfrm>
            <a:off x="10057775" y="5778569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 i="0">
                <a:solidFill>
                  <a:srgbClr val="000000"/>
                </a:solidFill>
              </a:defRPr>
            </a:pPr>
            <a:r>
              <a:rPr dirty="0"/>
              <a:t>Positive</a:t>
            </a:r>
          </a:p>
        </p:txBody>
      </p:sp>
      <p:cxnSp>
        <p:nvCxnSpPr>
          <p:cNvPr id="747" name="Connector 746"/>
          <p:cNvCxnSpPr/>
          <p:nvPr/>
        </p:nvCxnSpPr>
        <p:spPr>
          <a:xfrm>
            <a:off x="11155055" y="5938589"/>
            <a:ext cx="548640" cy="0"/>
          </a:xfrm>
          <a:prstGeom prst="line">
            <a:avLst/>
          </a:prstGeom>
          <a:ln w="12700">
            <a:solidFill>
              <a:srgbClr val="D62728">
                <a:alpha val="8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8" name="TextBox 747"/>
          <p:cNvSpPr txBox="1"/>
          <p:nvPr/>
        </p:nvSpPr>
        <p:spPr>
          <a:xfrm>
            <a:off x="11886575" y="5778569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 i="0">
                <a:solidFill>
                  <a:srgbClr val="000000"/>
                </a:solidFill>
              </a:defRPr>
            </a:pPr>
            <a:r>
              <a:rPr dirty="0"/>
              <a:t>Negative</a:t>
            </a:r>
          </a:p>
        </p:txBody>
      </p:sp>
      <p:sp>
        <p:nvSpPr>
          <p:cNvPr id="749" name="TextBox 748"/>
          <p:cNvSpPr txBox="1"/>
          <p:nvPr/>
        </p:nvSpPr>
        <p:spPr>
          <a:xfrm>
            <a:off x="2439037" y="544116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 i="0">
                <a:solidFill>
                  <a:srgbClr val="000000"/>
                </a:solidFill>
              </a:defRPr>
            </a:pPr>
            <a:r>
              <a:rPr dirty="0"/>
              <a:t>149 nodes, 991+ / 290- edges, RVGB </a:t>
            </a:r>
            <a:r>
              <a:rPr dirty="0" err="1"/>
              <a:t>compat</a:t>
            </a:r>
            <a:r>
              <a:rPr dirty="0"/>
              <a:t>.: 89.9%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0" name="组合 749">
            <a:extLst>
              <a:ext uri="{FF2B5EF4-FFF2-40B4-BE49-F238E27FC236}">
                <a16:creationId xmlns:a16="http://schemas.microsoft.com/office/drawing/2014/main" id="{96A148D2-FB8B-A919-538D-3598D30299E5}"/>
              </a:ext>
            </a:extLst>
          </p:cNvPr>
          <p:cNvGrpSpPr/>
          <p:nvPr/>
        </p:nvGrpSpPr>
        <p:grpSpPr>
          <a:xfrm>
            <a:off x="1966888" y="732109"/>
            <a:ext cx="8257917" cy="5083831"/>
            <a:chOff x="1966888" y="732109"/>
            <a:chExt cx="8257917" cy="5083831"/>
          </a:xfrm>
        </p:grpSpPr>
        <p:cxnSp>
          <p:nvCxnSpPr>
            <p:cNvPr id="2" name="Connector 1"/>
            <p:cNvCxnSpPr/>
            <p:nvPr/>
          </p:nvCxnSpPr>
          <p:spPr>
            <a:xfrm flipH="1" flipV="1">
              <a:off x="2741145" y="3691619"/>
              <a:ext cx="977122" cy="3789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Connector 2"/>
            <p:cNvCxnSpPr/>
            <p:nvPr/>
          </p:nvCxnSpPr>
          <p:spPr>
            <a:xfrm flipH="1" flipV="1">
              <a:off x="2198613" y="3641807"/>
              <a:ext cx="584629" cy="10191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Connector 3"/>
            <p:cNvCxnSpPr/>
            <p:nvPr/>
          </p:nvCxnSpPr>
          <p:spPr>
            <a:xfrm>
              <a:off x="4036002" y="3983049"/>
              <a:ext cx="1401823" cy="5675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>
              <a:off x="2040040" y="3604314"/>
              <a:ext cx="1678227" cy="12520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>
              <a:off x="2183738" y="3584516"/>
              <a:ext cx="2522109" cy="19082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H="1" flipV="1">
              <a:off x="3246956" y="3712317"/>
              <a:ext cx="789046" cy="27073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>
              <a:off x="2169017" y="3623657"/>
              <a:ext cx="29596" cy="1815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2141385" y="3576240"/>
              <a:ext cx="1063819" cy="37426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2338444" y="3607425"/>
              <a:ext cx="1191086" cy="17513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4036002" y="3983049"/>
              <a:ext cx="1787638" cy="23784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 flipH="1" flipV="1">
              <a:off x="2169017" y="3623657"/>
              <a:ext cx="605175" cy="11857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2089513" y="3605587"/>
              <a:ext cx="248931" cy="183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 flipH="1" flipV="1">
              <a:off x="2141385" y="3576240"/>
              <a:ext cx="42353" cy="827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2183738" y="3584516"/>
              <a:ext cx="1063218" cy="12780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H="1" flipV="1">
              <a:off x="4711601" y="3494557"/>
              <a:ext cx="698286" cy="50544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 flipH="1" flipV="1">
              <a:off x="3509984" y="3771358"/>
              <a:ext cx="2484415" cy="47282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 flipH="1" flipV="1">
              <a:off x="2783242" y="3743725"/>
              <a:ext cx="3056389" cy="75939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 flipH="1" flipV="1">
              <a:off x="6725018" y="4383660"/>
              <a:ext cx="1304070" cy="9537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 flipH="1">
              <a:off x="2169017" y="3584516"/>
              <a:ext cx="14721" cy="3914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 flipH="1">
              <a:off x="6969823" y="3820261"/>
              <a:ext cx="1233896" cy="16750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 flipH="1" flipV="1">
              <a:off x="5668175" y="4127531"/>
              <a:ext cx="155465" cy="9336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 flipH="1" flipV="1">
              <a:off x="2397675" y="3640047"/>
              <a:ext cx="1638327" cy="34300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4851729" y="4089682"/>
              <a:ext cx="2065177" cy="19152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 flipH="1" flipV="1">
              <a:off x="2338444" y="3607425"/>
              <a:ext cx="1697558" cy="37562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4036002" y="3983049"/>
              <a:ext cx="1525472" cy="2702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 flipH="1">
              <a:off x="2743650" y="3712317"/>
              <a:ext cx="503306" cy="2825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 flipV="1">
              <a:off x="5839631" y="3772871"/>
              <a:ext cx="350393" cy="73024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4036002" y="3983049"/>
              <a:ext cx="1189501" cy="12344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2089513" y="3605587"/>
              <a:ext cx="684679" cy="13664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 flipH="1" flipV="1">
              <a:off x="2736896" y="3745742"/>
              <a:ext cx="3403413" cy="34879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 flipV="1">
              <a:off x="5017182" y="3598839"/>
              <a:ext cx="198275" cy="28063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 flipH="1" flipV="1">
              <a:off x="4705847" y="3775343"/>
              <a:ext cx="281781" cy="20629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 33"/>
            <p:cNvCxnSpPr/>
            <p:nvPr/>
          </p:nvCxnSpPr>
          <p:spPr>
            <a:xfrm flipH="1" flipV="1">
              <a:off x="2741145" y="3691619"/>
              <a:ext cx="2416965" cy="13906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34"/>
            <p:cNvCxnSpPr/>
            <p:nvPr/>
          </p:nvCxnSpPr>
          <p:spPr>
            <a:xfrm flipH="1">
              <a:off x="3529286" y="3494557"/>
              <a:ext cx="1182315" cy="24922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35"/>
            <p:cNvCxnSpPr/>
            <p:nvPr/>
          </p:nvCxnSpPr>
          <p:spPr>
            <a:xfrm flipH="1">
              <a:off x="3205204" y="3743786"/>
              <a:ext cx="324082" cy="20672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36"/>
            <p:cNvCxnSpPr/>
            <p:nvPr/>
          </p:nvCxnSpPr>
          <p:spPr>
            <a:xfrm flipH="1" flipV="1">
              <a:off x="2183738" y="3584516"/>
              <a:ext cx="620196" cy="8497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37"/>
            <p:cNvCxnSpPr/>
            <p:nvPr/>
          </p:nvCxnSpPr>
          <p:spPr>
            <a:xfrm>
              <a:off x="2772237" y="3725806"/>
              <a:ext cx="1263765" cy="25724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38"/>
            <p:cNvCxnSpPr/>
            <p:nvPr/>
          </p:nvCxnSpPr>
          <p:spPr>
            <a:xfrm>
              <a:off x="7117426" y="4387235"/>
              <a:ext cx="911662" cy="9179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>
              <a:off x="5158110" y="3830682"/>
              <a:ext cx="838673" cy="25338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40"/>
            <p:cNvCxnSpPr/>
            <p:nvPr/>
          </p:nvCxnSpPr>
          <p:spPr>
            <a:xfrm>
              <a:off x="3529530" y="3782558"/>
              <a:ext cx="1958279" cy="31058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>
              <a:off x="6433462" y="4121605"/>
              <a:ext cx="483444" cy="15960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 42"/>
            <p:cNvCxnSpPr/>
            <p:nvPr/>
          </p:nvCxnSpPr>
          <p:spPr>
            <a:xfrm flipV="1">
              <a:off x="2743650" y="3669489"/>
              <a:ext cx="60284" cy="7108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or 43"/>
            <p:cNvCxnSpPr/>
            <p:nvPr/>
          </p:nvCxnSpPr>
          <p:spPr>
            <a:xfrm>
              <a:off x="2397675" y="3640047"/>
              <a:ext cx="339221" cy="10569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 flipH="1" flipV="1">
              <a:off x="2141385" y="3576240"/>
              <a:ext cx="1688449" cy="23188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45"/>
            <p:cNvCxnSpPr/>
            <p:nvPr/>
          </p:nvCxnSpPr>
          <p:spPr>
            <a:xfrm flipH="1" flipV="1">
              <a:off x="2355514" y="3612267"/>
              <a:ext cx="388136" cy="12830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46"/>
            <p:cNvCxnSpPr/>
            <p:nvPr/>
          </p:nvCxnSpPr>
          <p:spPr>
            <a:xfrm>
              <a:off x="2198613" y="3641807"/>
              <a:ext cx="1330917" cy="14075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 47"/>
            <p:cNvCxnSpPr/>
            <p:nvPr/>
          </p:nvCxnSpPr>
          <p:spPr>
            <a:xfrm flipV="1">
              <a:off x="4036002" y="3494557"/>
              <a:ext cx="675599" cy="48849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or 48"/>
            <p:cNvCxnSpPr/>
            <p:nvPr/>
          </p:nvCxnSpPr>
          <p:spPr>
            <a:xfrm flipH="1" flipV="1">
              <a:off x="2774192" y="3742236"/>
              <a:ext cx="755338" cy="4032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or 49"/>
            <p:cNvCxnSpPr/>
            <p:nvPr/>
          </p:nvCxnSpPr>
          <p:spPr>
            <a:xfrm flipH="1" flipV="1">
              <a:off x="2040040" y="3604314"/>
              <a:ext cx="1469944" cy="16704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 50"/>
            <p:cNvCxnSpPr/>
            <p:nvPr/>
          </p:nvCxnSpPr>
          <p:spPr>
            <a:xfrm>
              <a:off x="2040040" y="3604314"/>
              <a:ext cx="701105" cy="8730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 51"/>
            <p:cNvCxnSpPr/>
            <p:nvPr/>
          </p:nvCxnSpPr>
          <p:spPr>
            <a:xfrm flipH="1" flipV="1">
              <a:off x="2040040" y="3604314"/>
              <a:ext cx="696856" cy="14142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 52"/>
            <p:cNvCxnSpPr/>
            <p:nvPr/>
          </p:nvCxnSpPr>
          <p:spPr>
            <a:xfrm>
              <a:off x="2169017" y="3623657"/>
              <a:ext cx="605175" cy="11857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or 53"/>
            <p:cNvCxnSpPr/>
            <p:nvPr/>
          </p:nvCxnSpPr>
          <p:spPr>
            <a:xfrm flipV="1">
              <a:off x="6329871" y="4229480"/>
              <a:ext cx="580723" cy="11691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or 54"/>
            <p:cNvCxnSpPr/>
            <p:nvPr/>
          </p:nvCxnSpPr>
          <p:spPr>
            <a:xfrm flipH="1" flipV="1">
              <a:off x="6916906" y="4281205"/>
              <a:ext cx="39121" cy="35541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 55"/>
            <p:cNvCxnSpPr/>
            <p:nvPr/>
          </p:nvCxnSpPr>
          <p:spPr>
            <a:xfrm>
              <a:off x="2089513" y="3605587"/>
              <a:ext cx="109100" cy="3622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56"/>
            <p:cNvCxnSpPr/>
            <p:nvPr/>
          </p:nvCxnSpPr>
          <p:spPr>
            <a:xfrm flipH="1" flipV="1">
              <a:off x="4036002" y="3983049"/>
              <a:ext cx="2944447" cy="7530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 57"/>
            <p:cNvCxnSpPr/>
            <p:nvPr/>
          </p:nvCxnSpPr>
          <p:spPr>
            <a:xfrm flipV="1">
              <a:off x="6138994" y="4281205"/>
              <a:ext cx="777912" cy="12020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 58"/>
            <p:cNvCxnSpPr/>
            <p:nvPr/>
          </p:nvCxnSpPr>
          <p:spPr>
            <a:xfrm flipH="1" flipV="1">
              <a:off x="2741145" y="3691619"/>
              <a:ext cx="33047" cy="5061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9"/>
            <p:cNvCxnSpPr/>
            <p:nvPr/>
          </p:nvCxnSpPr>
          <p:spPr>
            <a:xfrm>
              <a:off x="3718267" y="3729518"/>
              <a:ext cx="2105373" cy="49138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60"/>
            <p:cNvCxnSpPr/>
            <p:nvPr/>
          </p:nvCxnSpPr>
          <p:spPr>
            <a:xfrm>
              <a:off x="4711601" y="3494557"/>
              <a:ext cx="1112039" cy="72634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61"/>
            <p:cNvCxnSpPr/>
            <p:nvPr/>
          </p:nvCxnSpPr>
          <p:spPr>
            <a:xfrm>
              <a:off x="2435000" y="3698925"/>
              <a:ext cx="2865613" cy="27259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 62"/>
            <p:cNvCxnSpPr/>
            <p:nvPr/>
          </p:nvCxnSpPr>
          <p:spPr>
            <a:xfrm>
              <a:off x="2355514" y="3612267"/>
              <a:ext cx="2350333" cy="16307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or 63"/>
            <p:cNvCxnSpPr/>
            <p:nvPr/>
          </p:nvCxnSpPr>
          <p:spPr>
            <a:xfrm flipH="1">
              <a:off x="6916906" y="3778726"/>
              <a:ext cx="576652" cy="50247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or 64"/>
            <p:cNvCxnSpPr/>
            <p:nvPr/>
          </p:nvCxnSpPr>
          <p:spPr>
            <a:xfrm>
              <a:off x="2169017" y="3623657"/>
              <a:ext cx="1036187" cy="32685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or 65"/>
            <p:cNvCxnSpPr/>
            <p:nvPr/>
          </p:nvCxnSpPr>
          <p:spPr>
            <a:xfrm flipH="1" flipV="1">
              <a:off x="2089513" y="3605587"/>
              <a:ext cx="682724" cy="12021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or 66"/>
            <p:cNvCxnSpPr/>
            <p:nvPr/>
          </p:nvCxnSpPr>
          <p:spPr>
            <a:xfrm flipH="1" flipV="1">
              <a:off x="2089513" y="3605587"/>
              <a:ext cx="308162" cy="3446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ctor 67"/>
            <p:cNvCxnSpPr/>
            <p:nvPr/>
          </p:nvCxnSpPr>
          <p:spPr>
            <a:xfrm flipH="1" flipV="1">
              <a:off x="5225503" y="4106496"/>
              <a:ext cx="614128" cy="39662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or 68"/>
            <p:cNvCxnSpPr/>
            <p:nvPr/>
          </p:nvCxnSpPr>
          <p:spPr>
            <a:xfrm flipH="1" flipV="1">
              <a:off x="2089513" y="3605587"/>
              <a:ext cx="3320374" cy="39441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or 69"/>
            <p:cNvCxnSpPr/>
            <p:nvPr/>
          </p:nvCxnSpPr>
          <p:spPr>
            <a:xfrm flipH="1" flipV="1">
              <a:off x="3881200" y="3617860"/>
              <a:ext cx="2308824" cy="15501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or 70"/>
            <p:cNvCxnSpPr/>
            <p:nvPr/>
          </p:nvCxnSpPr>
          <p:spPr>
            <a:xfrm flipH="1">
              <a:off x="5017182" y="3598839"/>
              <a:ext cx="198275" cy="28063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 71"/>
            <p:cNvCxnSpPr/>
            <p:nvPr/>
          </p:nvCxnSpPr>
          <p:spPr>
            <a:xfrm flipH="1">
              <a:off x="6613980" y="4137136"/>
              <a:ext cx="609806" cy="7888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or 72"/>
            <p:cNvCxnSpPr/>
            <p:nvPr/>
          </p:nvCxnSpPr>
          <p:spPr>
            <a:xfrm>
              <a:off x="2183738" y="3584516"/>
              <a:ext cx="559912" cy="15605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ctor 73"/>
            <p:cNvCxnSpPr/>
            <p:nvPr/>
          </p:nvCxnSpPr>
          <p:spPr>
            <a:xfrm flipV="1">
              <a:off x="6337057" y="4281205"/>
              <a:ext cx="579849" cy="383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ctor 74"/>
            <p:cNvCxnSpPr/>
            <p:nvPr/>
          </p:nvCxnSpPr>
          <p:spPr>
            <a:xfrm>
              <a:off x="2435000" y="3698925"/>
              <a:ext cx="308650" cy="4165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or 75"/>
            <p:cNvCxnSpPr/>
            <p:nvPr/>
          </p:nvCxnSpPr>
          <p:spPr>
            <a:xfrm flipH="1" flipV="1">
              <a:off x="2183738" y="3584516"/>
              <a:ext cx="590454" cy="15772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or 76"/>
            <p:cNvCxnSpPr/>
            <p:nvPr/>
          </p:nvCxnSpPr>
          <p:spPr>
            <a:xfrm>
              <a:off x="2355514" y="3612267"/>
              <a:ext cx="385631" cy="7935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 77"/>
            <p:cNvCxnSpPr/>
            <p:nvPr/>
          </p:nvCxnSpPr>
          <p:spPr>
            <a:xfrm flipH="1" flipV="1">
              <a:off x="3881200" y="3617860"/>
              <a:ext cx="1968984" cy="28684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or 78"/>
            <p:cNvCxnSpPr/>
            <p:nvPr/>
          </p:nvCxnSpPr>
          <p:spPr>
            <a:xfrm flipV="1">
              <a:off x="7394110" y="1601173"/>
              <a:ext cx="2551819" cy="143865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or 79"/>
            <p:cNvCxnSpPr/>
            <p:nvPr/>
          </p:nvCxnSpPr>
          <p:spPr>
            <a:xfrm>
              <a:off x="3205204" y="3950508"/>
              <a:ext cx="2116364" cy="6971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or 80"/>
            <p:cNvCxnSpPr/>
            <p:nvPr/>
          </p:nvCxnSpPr>
          <p:spPr>
            <a:xfrm>
              <a:off x="5017182" y="3879477"/>
              <a:ext cx="855245" cy="38982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 81"/>
            <p:cNvCxnSpPr/>
            <p:nvPr/>
          </p:nvCxnSpPr>
          <p:spPr>
            <a:xfrm>
              <a:off x="2169017" y="3623657"/>
              <a:ext cx="1866985" cy="35939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or 82"/>
            <p:cNvCxnSpPr/>
            <p:nvPr/>
          </p:nvCxnSpPr>
          <p:spPr>
            <a:xfrm flipH="1" flipV="1">
              <a:off x="2397675" y="3640047"/>
              <a:ext cx="37325" cy="5887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 83"/>
            <p:cNvCxnSpPr/>
            <p:nvPr/>
          </p:nvCxnSpPr>
          <p:spPr>
            <a:xfrm flipH="1">
              <a:off x="3718267" y="3598839"/>
              <a:ext cx="1497190" cy="13067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 84"/>
            <p:cNvCxnSpPr/>
            <p:nvPr/>
          </p:nvCxnSpPr>
          <p:spPr>
            <a:xfrm>
              <a:off x="5017182" y="3879477"/>
              <a:ext cx="650993" cy="24805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ctor 85"/>
            <p:cNvCxnSpPr/>
            <p:nvPr/>
          </p:nvCxnSpPr>
          <p:spPr>
            <a:xfrm>
              <a:off x="5823640" y="4220898"/>
              <a:ext cx="906026" cy="7810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ctor 86"/>
            <p:cNvCxnSpPr/>
            <p:nvPr/>
          </p:nvCxnSpPr>
          <p:spPr>
            <a:xfrm flipH="1">
              <a:off x="3529530" y="3494557"/>
              <a:ext cx="1182071" cy="28800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 87"/>
            <p:cNvCxnSpPr/>
            <p:nvPr/>
          </p:nvCxnSpPr>
          <p:spPr>
            <a:xfrm flipH="1">
              <a:off x="5823640" y="3904702"/>
              <a:ext cx="26544" cy="31619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 88"/>
            <p:cNvCxnSpPr/>
            <p:nvPr/>
          </p:nvCxnSpPr>
          <p:spPr>
            <a:xfrm flipV="1">
              <a:off x="4036002" y="3830682"/>
              <a:ext cx="1122108" cy="15236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 89"/>
            <p:cNvCxnSpPr/>
            <p:nvPr/>
          </p:nvCxnSpPr>
          <p:spPr>
            <a:xfrm flipH="1" flipV="1">
              <a:off x="2435000" y="3698925"/>
              <a:ext cx="339192" cy="4331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or 90"/>
            <p:cNvCxnSpPr/>
            <p:nvPr/>
          </p:nvCxnSpPr>
          <p:spPr>
            <a:xfrm>
              <a:off x="4036002" y="3983049"/>
              <a:ext cx="3442355" cy="83645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or 91"/>
            <p:cNvCxnSpPr/>
            <p:nvPr/>
          </p:nvCxnSpPr>
          <p:spPr>
            <a:xfrm>
              <a:off x="2355514" y="3612267"/>
              <a:ext cx="849690" cy="33824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or 92"/>
            <p:cNvCxnSpPr/>
            <p:nvPr/>
          </p:nvCxnSpPr>
          <p:spPr>
            <a:xfrm flipH="1" flipV="1">
              <a:off x="2355514" y="3612267"/>
              <a:ext cx="3205960" cy="39780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 93"/>
            <p:cNvCxnSpPr/>
            <p:nvPr/>
          </p:nvCxnSpPr>
          <p:spPr>
            <a:xfrm flipH="1" flipV="1">
              <a:off x="2183738" y="3584516"/>
              <a:ext cx="671631" cy="14514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ctor 94"/>
            <p:cNvCxnSpPr/>
            <p:nvPr/>
          </p:nvCxnSpPr>
          <p:spPr>
            <a:xfrm>
              <a:off x="3529286" y="3743786"/>
              <a:ext cx="1322443" cy="34589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 95"/>
            <p:cNvCxnSpPr/>
            <p:nvPr/>
          </p:nvCxnSpPr>
          <p:spPr>
            <a:xfrm flipH="1">
              <a:off x="6980449" y="3593400"/>
              <a:ext cx="744961" cy="46495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or 96"/>
            <p:cNvCxnSpPr/>
            <p:nvPr/>
          </p:nvCxnSpPr>
          <p:spPr>
            <a:xfrm flipH="1" flipV="1">
              <a:off x="2741145" y="3691619"/>
              <a:ext cx="1964702" cy="8372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ctor 97"/>
            <p:cNvCxnSpPr/>
            <p:nvPr/>
          </p:nvCxnSpPr>
          <p:spPr>
            <a:xfrm>
              <a:off x="2183738" y="3584516"/>
              <a:ext cx="3041765" cy="52198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or 98"/>
            <p:cNvCxnSpPr/>
            <p:nvPr/>
          </p:nvCxnSpPr>
          <p:spPr>
            <a:xfrm flipH="1" flipV="1">
              <a:off x="2772237" y="3725806"/>
              <a:ext cx="757293" cy="5675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ctor 99"/>
            <p:cNvCxnSpPr/>
            <p:nvPr/>
          </p:nvCxnSpPr>
          <p:spPr>
            <a:xfrm flipH="1" flipV="1">
              <a:off x="2183738" y="3584516"/>
              <a:ext cx="14875" cy="5729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or 100"/>
            <p:cNvCxnSpPr/>
            <p:nvPr/>
          </p:nvCxnSpPr>
          <p:spPr>
            <a:xfrm flipH="1" flipV="1">
              <a:off x="5823640" y="4220898"/>
              <a:ext cx="1093266" cy="6030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ctor 101"/>
            <p:cNvCxnSpPr/>
            <p:nvPr/>
          </p:nvCxnSpPr>
          <p:spPr>
            <a:xfrm flipH="1">
              <a:off x="5225503" y="4058350"/>
              <a:ext cx="1754946" cy="4814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ctor 102"/>
            <p:cNvCxnSpPr/>
            <p:nvPr/>
          </p:nvCxnSpPr>
          <p:spPr>
            <a:xfrm flipH="1" flipV="1">
              <a:off x="2743650" y="3740575"/>
              <a:ext cx="30542" cy="166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ctor 103"/>
            <p:cNvCxnSpPr/>
            <p:nvPr/>
          </p:nvCxnSpPr>
          <p:spPr>
            <a:xfrm flipH="1" flipV="1">
              <a:off x="2089513" y="3605587"/>
              <a:ext cx="714421" cy="6390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ctor 104"/>
            <p:cNvCxnSpPr/>
            <p:nvPr/>
          </p:nvCxnSpPr>
          <p:spPr>
            <a:xfrm flipH="1">
              <a:off x="5925120" y="4285043"/>
              <a:ext cx="411937" cy="10487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ctor 105"/>
            <p:cNvCxnSpPr/>
            <p:nvPr/>
          </p:nvCxnSpPr>
          <p:spPr>
            <a:xfrm flipH="1" flipV="1">
              <a:off x="4851729" y="4089682"/>
              <a:ext cx="1073391" cy="30023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ctor 106"/>
            <p:cNvCxnSpPr/>
            <p:nvPr/>
          </p:nvCxnSpPr>
          <p:spPr>
            <a:xfrm>
              <a:off x="2355514" y="3612267"/>
              <a:ext cx="42161" cy="2778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ctor 107"/>
            <p:cNvCxnSpPr/>
            <p:nvPr/>
          </p:nvCxnSpPr>
          <p:spPr>
            <a:xfrm flipH="1">
              <a:off x="6729666" y="3987766"/>
              <a:ext cx="240157" cy="31123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or 108"/>
            <p:cNvCxnSpPr/>
            <p:nvPr/>
          </p:nvCxnSpPr>
          <p:spPr>
            <a:xfrm>
              <a:off x="2040040" y="3604314"/>
              <a:ext cx="394960" cy="9461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ctor 109"/>
            <p:cNvCxnSpPr/>
            <p:nvPr/>
          </p:nvCxnSpPr>
          <p:spPr>
            <a:xfrm flipH="1" flipV="1">
              <a:off x="2040040" y="3604314"/>
              <a:ext cx="394960" cy="9461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or 110"/>
            <p:cNvCxnSpPr/>
            <p:nvPr/>
          </p:nvCxnSpPr>
          <p:spPr>
            <a:xfrm flipH="1" flipV="1">
              <a:off x="5994399" y="4244185"/>
              <a:ext cx="735267" cy="5481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or 111"/>
            <p:cNvCxnSpPr/>
            <p:nvPr/>
          </p:nvCxnSpPr>
          <p:spPr>
            <a:xfrm flipH="1" flipV="1">
              <a:off x="5823640" y="4220898"/>
              <a:ext cx="348412" cy="13928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or 112"/>
            <p:cNvCxnSpPr/>
            <p:nvPr/>
          </p:nvCxnSpPr>
          <p:spPr>
            <a:xfrm flipH="1" flipV="1">
              <a:off x="2355514" y="3612267"/>
              <a:ext cx="381382" cy="13347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ctor 113"/>
            <p:cNvCxnSpPr/>
            <p:nvPr/>
          </p:nvCxnSpPr>
          <p:spPr>
            <a:xfrm>
              <a:off x="5656324" y="4278525"/>
              <a:ext cx="183307" cy="22459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ctor 114"/>
            <p:cNvCxnSpPr/>
            <p:nvPr/>
          </p:nvCxnSpPr>
          <p:spPr>
            <a:xfrm>
              <a:off x="4036002" y="3983049"/>
              <a:ext cx="1836425" cy="28625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ctor 115"/>
            <p:cNvCxnSpPr/>
            <p:nvPr/>
          </p:nvCxnSpPr>
          <p:spPr>
            <a:xfrm flipV="1">
              <a:off x="5420665" y="3772871"/>
              <a:ext cx="769359" cy="24531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ctor 116"/>
            <p:cNvCxnSpPr/>
            <p:nvPr/>
          </p:nvCxnSpPr>
          <p:spPr>
            <a:xfrm>
              <a:off x="4036002" y="3983049"/>
              <a:ext cx="3414957" cy="1739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ctor 117"/>
            <p:cNvCxnSpPr/>
            <p:nvPr/>
          </p:nvCxnSpPr>
          <p:spPr>
            <a:xfrm>
              <a:off x="2338444" y="3607425"/>
              <a:ext cx="402701" cy="8419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ctor 118"/>
            <p:cNvCxnSpPr/>
            <p:nvPr/>
          </p:nvCxnSpPr>
          <p:spPr>
            <a:xfrm flipH="1" flipV="1">
              <a:off x="2355514" y="3612267"/>
              <a:ext cx="3484117" cy="89085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ctor 119"/>
            <p:cNvCxnSpPr/>
            <p:nvPr/>
          </p:nvCxnSpPr>
          <p:spPr>
            <a:xfrm flipH="1" flipV="1">
              <a:off x="2183738" y="3584516"/>
              <a:ext cx="3304071" cy="50863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ctor 120"/>
            <p:cNvCxnSpPr/>
            <p:nvPr/>
          </p:nvCxnSpPr>
          <p:spPr>
            <a:xfrm flipV="1">
              <a:off x="2435000" y="3669489"/>
              <a:ext cx="368934" cy="2943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ctor 121"/>
            <p:cNvCxnSpPr/>
            <p:nvPr/>
          </p:nvCxnSpPr>
          <p:spPr>
            <a:xfrm>
              <a:off x="2141385" y="3576240"/>
              <a:ext cx="1739815" cy="4162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nector 122"/>
            <p:cNvCxnSpPr/>
            <p:nvPr/>
          </p:nvCxnSpPr>
          <p:spPr>
            <a:xfrm>
              <a:off x="2743650" y="3740575"/>
              <a:ext cx="2817824" cy="26949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ctor 123"/>
            <p:cNvCxnSpPr/>
            <p:nvPr/>
          </p:nvCxnSpPr>
          <p:spPr>
            <a:xfrm>
              <a:off x="2183738" y="3584516"/>
              <a:ext cx="14875" cy="5729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ctor 124"/>
            <p:cNvCxnSpPr/>
            <p:nvPr/>
          </p:nvCxnSpPr>
          <p:spPr>
            <a:xfrm flipH="1">
              <a:off x="6138994" y="4355340"/>
              <a:ext cx="69510" cy="4607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ctor 125"/>
            <p:cNvCxnSpPr/>
            <p:nvPr/>
          </p:nvCxnSpPr>
          <p:spPr>
            <a:xfrm>
              <a:off x="2338444" y="3607425"/>
              <a:ext cx="405206" cy="13315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ctor 126"/>
            <p:cNvCxnSpPr/>
            <p:nvPr/>
          </p:nvCxnSpPr>
          <p:spPr>
            <a:xfrm flipH="1">
              <a:off x="2736896" y="3743786"/>
              <a:ext cx="792390" cy="195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ctor 127"/>
            <p:cNvCxnSpPr/>
            <p:nvPr/>
          </p:nvCxnSpPr>
          <p:spPr>
            <a:xfrm>
              <a:off x="3829834" y="3808122"/>
              <a:ext cx="206168" cy="17492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Connector 128"/>
            <p:cNvCxnSpPr/>
            <p:nvPr/>
          </p:nvCxnSpPr>
          <p:spPr>
            <a:xfrm flipH="1" flipV="1">
              <a:off x="2743650" y="3740575"/>
              <a:ext cx="2790768" cy="47616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Connector 129"/>
            <p:cNvCxnSpPr/>
            <p:nvPr/>
          </p:nvCxnSpPr>
          <p:spPr>
            <a:xfrm flipH="1" flipV="1">
              <a:off x="6863084" y="4243175"/>
              <a:ext cx="1166004" cy="23585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or 130"/>
            <p:cNvCxnSpPr/>
            <p:nvPr/>
          </p:nvCxnSpPr>
          <p:spPr>
            <a:xfrm flipH="1" flipV="1">
              <a:off x="3205204" y="3950508"/>
              <a:ext cx="2451120" cy="32801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nector 131"/>
            <p:cNvCxnSpPr/>
            <p:nvPr/>
          </p:nvCxnSpPr>
          <p:spPr>
            <a:xfrm flipH="1" flipV="1">
              <a:off x="2772237" y="3725806"/>
              <a:ext cx="3067394" cy="77731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Connector 132"/>
            <p:cNvCxnSpPr/>
            <p:nvPr/>
          </p:nvCxnSpPr>
          <p:spPr>
            <a:xfrm>
              <a:off x="2355514" y="3612267"/>
              <a:ext cx="416723" cy="11353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ctor 133"/>
            <p:cNvCxnSpPr/>
            <p:nvPr/>
          </p:nvCxnSpPr>
          <p:spPr>
            <a:xfrm>
              <a:off x="3246956" y="3712317"/>
              <a:ext cx="282330" cy="3146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nector 134"/>
            <p:cNvCxnSpPr/>
            <p:nvPr/>
          </p:nvCxnSpPr>
          <p:spPr>
            <a:xfrm flipH="1" flipV="1">
              <a:off x="2397675" y="3640047"/>
              <a:ext cx="807529" cy="31046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ctor 135"/>
            <p:cNvCxnSpPr/>
            <p:nvPr/>
          </p:nvCxnSpPr>
          <p:spPr>
            <a:xfrm>
              <a:off x="2783242" y="3743725"/>
              <a:ext cx="1922605" cy="3161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ctor 136"/>
            <p:cNvCxnSpPr/>
            <p:nvPr/>
          </p:nvCxnSpPr>
          <p:spPr>
            <a:xfrm>
              <a:off x="3529530" y="3782558"/>
              <a:ext cx="2294110" cy="43834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nector 137"/>
            <p:cNvCxnSpPr/>
            <p:nvPr/>
          </p:nvCxnSpPr>
          <p:spPr>
            <a:xfrm>
              <a:off x="2169017" y="3623657"/>
              <a:ext cx="1340967" cy="14770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ctor 138"/>
            <p:cNvCxnSpPr/>
            <p:nvPr/>
          </p:nvCxnSpPr>
          <p:spPr>
            <a:xfrm flipH="1" flipV="1">
              <a:off x="4036002" y="3983049"/>
              <a:ext cx="1960781" cy="10101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nector 139"/>
            <p:cNvCxnSpPr/>
            <p:nvPr/>
          </p:nvCxnSpPr>
          <p:spPr>
            <a:xfrm>
              <a:off x="5487809" y="4093147"/>
              <a:ext cx="675176" cy="4491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ctor 140"/>
            <p:cNvCxnSpPr/>
            <p:nvPr/>
          </p:nvCxnSpPr>
          <p:spPr>
            <a:xfrm flipV="1">
              <a:off x="7124026" y="3778726"/>
              <a:ext cx="369532" cy="21842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nector 141"/>
            <p:cNvCxnSpPr/>
            <p:nvPr/>
          </p:nvCxnSpPr>
          <p:spPr>
            <a:xfrm flipV="1">
              <a:off x="2355514" y="3494557"/>
              <a:ext cx="2356087" cy="11771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nector 142"/>
            <p:cNvCxnSpPr/>
            <p:nvPr/>
          </p:nvCxnSpPr>
          <p:spPr>
            <a:xfrm>
              <a:off x="2169017" y="3623657"/>
              <a:ext cx="572128" cy="6796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ctor 143"/>
            <p:cNvCxnSpPr/>
            <p:nvPr/>
          </p:nvCxnSpPr>
          <p:spPr>
            <a:xfrm>
              <a:off x="2338444" y="3607425"/>
              <a:ext cx="1542756" cy="1043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nector 144"/>
            <p:cNvCxnSpPr/>
            <p:nvPr/>
          </p:nvCxnSpPr>
          <p:spPr>
            <a:xfrm flipH="1">
              <a:off x="6910594" y="3593400"/>
              <a:ext cx="814816" cy="63608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ctor 145"/>
            <p:cNvCxnSpPr/>
            <p:nvPr/>
          </p:nvCxnSpPr>
          <p:spPr>
            <a:xfrm flipH="1" flipV="1">
              <a:off x="2169017" y="3623657"/>
              <a:ext cx="265983" cy="7526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ctor 146"/>
            <p:cNvCxnSpPr/>
            <p:nvPr/>
          </p:nvCxnSpPr>
          <p:spPr>
            <a:xfrm>
              <a:off x="5686899" y="4112102"/>
              <a:ext cx="3960545" cy="46277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ctor 147"/>
            <p:cNvCxnSpPr/>
            <p:nvPr/>
          </p:nvCxnSpPr>
          <p:spPr>
            <a:xfrm flipH="1">
              <a:off x="6808093" y="4000445"/>
              <a:ext cx="642866" cy="27049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ctor 148"/>
            <p:cNvCxnSpPr/>
            <p:nvPr/>
          </p:nvCxnSpPr>
          <p:spPr>
            <a:xfrm flipH="1">
              <a:off x="6208504" y="4285043"/>
              <a:ext cx="128553" cy="7029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nector 149"/>
            <p:cNvCxnSpPr/>
            <p:nvPr/>
          </p:nvCxnSpPr>
          <p:spPr>
            <a:xfrm>
              <a:off x="2198613" y="3641807"/>
              <a:ext cx="573624" cy="8399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nector 150"/>
            <p:cNvCxnSpPr/>
            <p:nvPr/>
          </p:nvCxnSpPr>
          <p:spPr>
            <a:xfrm>
              <a:off x="2169017" y="3623657"/>
              <a:ext cx="265983" cy="7526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Connector 151"/>
            <p:cNvCxnSpPr/>
            <p:nvPr/>
          </p:nvCxnSpPr>
          <p:spPr>
            <a:xfrm flipH="1">
              <a:off x="5403304" y="4503118"/>
              <a:ext cx="436327" cy="25878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or 152"/>
            <p:cNvCxnSpPr/>
            <p:nvPr/>
          </p:nvCxnSpPr>
          <p:spPr>
            <a:xfrm flipH="1">
              <a:off x="3529286" y="3729518"/>
              <a:ext cx="188981" cy="1426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Connector 153"/>
            <p:cNvCxnSpPr/>
            <p:nvPr/>
          </p:nvCxnSpPr>
          <p:spPr>
            <a:xfrm flipH="1" flipV="1">
              <a:off x="2355514" y="3612267"/>
              <a:ext cx="1362753" cy="11725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Connector 154"/>
            <p:cNvCxnSpPr/>
            <p:nvPr/>
          </p:nvCxnSpPr>
          <p:spPr>
            <a:xfrm>
              <a:off x="2040040" y="3604314"/>
              <a:ext cx="1489490" cy="17824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or 155"/>
            <p:cNvCxnSpPr/>
            <p:nvPr/>
          </p:nvCxnSpPr>
          <p:spPr>
            <a:xfrm flipV="1">
              <a:off x="5823640" y="3978277"/>
              <a:ext cx="801445" cy="24262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or 156"/>
            <p:cNvCxnSpPr/>
            <p:nvPr/>
          </p:nvCxnSpPr>
          <p:spPr>
            <a:xfrm flipH="1">
              <a:off x="2040040" y="3576240"/>
              <a:ext cx="101345" cy="2807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or 157"/>
            <p:cNvCxnSpPr/>
            <p:nvPr/>
          </p:nvCxnSpPr>
          <p:spPr>
            <a:xfrm flipH="1">
              <a:off x="7124026" y="3778726"/>
              <a:ext cx="369532" cy="21842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nector 158"/>
            <p:cNvCxnSpPr/>
            <p:nvPr/>
          </p:nvCxnSpPr>
          <p:spPr>
            <a:xfrm>
              <a:off x="4036002" y="3983049"/>
              <a:ext cx="2102992" cy="41836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ctor 159"/>
            <p:cNvCxnSpPr/>
            <p:nvPr/>
          </p:nvCxnSpPr>
          <p:spPr>
            <a:xfrm flipH="1" flipV="1">
              <a:off x="2183738" y="3584516"/>
              <a:ext cx="599504" cy="15920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nector 160"/>
            <p:cNvCxnSpPr/>
            <p:nvPr/>
          </p:nvCxnSpPr>
          <p:spPr>
            <a:xfrm flipH="1" flipV="1">
              <a:off x="2774192" y="3742236"/>
              <a:ext cx="431012" cy="20827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ctor 161"/>
            <p:cNvCxnSpPr/>
            <p:nvPr/>
          </p:nvCxnSpPr>
          <p:spPr>
            <a:xfrm flipH="1" flipV="1">
              <a:off x="2741145" y="3691619"/>
              <a:ext cx="505811" cy="2069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ctor 162"/>
            <p:cNvCxnSpPr/>
            <p:nvPr/>
          </p:nvCxnSpPr>
          <p:spPr>
            <a:xfrm>
              <a:off x="2040040" y="3604314"/>
              <a:ext cx="1165164" cy="34619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ctor 163"/>
            <p:cNvCxnSpPr/>
            <p:nvPr/>
          </p:nvCxnSpPr>
          <p:spPr>
            <a:xfrm flipH="1" flipV="1">
              <a:off x="5644029" y="4145858"/>
              <a:ext cx="195602" cy="35726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nector 164"/>
            <p:cNvCxnSpPr/>
            <p:nvPr/>
          </p:nvCxnSpPr>
          <p:spPr>
            <a:xfrm flipH="1" flipV="1">
              <a:off x="2169017" y="3623657"/>
              <a:ext cx="634917" cy="4583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nector 165"/>
            <p:cNvCxnSpPr/>
            <p:nvPr/>
          </p:nvCxnSpPr>
          <p:spPr>
            <a:xfrm flipH="1" flipV="1">
              <a:off x="2435000" y="3698925"/>
              <a:ext cx="3456227" cy="45877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nector 166"/>
            <p:cNvCxnSpPr/>
            <p:nvPr/>
          </p:nvCxnSpPr>
          <p:spPr>
            <a:xfrm flipV="1">
              <a:off x="2855369" y="3721244"/>
              <a:ext cx="725926" cy="841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nector 167"/>
            <p:cNvCxnSpPr/>
            <p:nvPr/>
          </p:nvCxnSpPr>
          <p:spPr>
            <a:xfrm>
              <a:off x="2089513" y="3605587"/>
              <a:ext cx="1628754" cy="12393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nector 168"/>
            <p:cNvCxnSpPr/>
            <p:nvPr/>
          </p:nvCxnSpPr>
          <p:spPr>
            <a:xfrm flipH="1" flipV="1">
              <a:off x="2169017" y="3623657"/>
              <a:ext cx="567879" cy="12208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ctor 169"/>
            <p:cNvCxnSpPr/>
            <p:nvPr/>
          </p:nvCxnSpPr>
          <p:spPr>
            <a:xfrm>
              <a:off x="2783242" y="3743725"/>
              <a:ext cx="746288" cy="3883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ctor 170"/>
            <p:cNvCxnSpPr/>
            <p:nvPr/>
          </p:nvCxnSpPr>
          <p:spPr>
            <a:xfrm>
              <a:off x="2741145" y="3691619"/>
              <a:ext cx="3595912" cy="59342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ctor 171"/>
            <p:cNvCxnSpPr/>
            <p:nvPr/>
          </p:nvCxnSpPr>
          <p:spPr>
            <a:xfrm>
              <a:off x="4851729" y="4089682"/>
              <a:ext cx="1073391" cy="30023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ctor 172"/>
            <p:cNvCxnSpPr/>
            <p:nvPr/>
          </p:nvCxnSpPr>
          <p:spPr>
            <a:xfrm flipH="1" flipV="1">
              <a:off x="2435000" y="3698925"/>
              <a:ext cx="3404631" cy="80419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ctor 173"/>
            <p:cNvCxnSpPr/>
            <p:nvPr/>
          </p:nvCxnSpPr>
          <p:spPr>
            <a:xfrm>
              <a:off x="6218222" y="4182088"/>
              <a:ext cx="511444" cy="11691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ctor 174"/>
            <p:cNvCxnSpPr/>
            <p:nvPr/>
          </p:nvCxnSpPr>
          <p:spPr>
            <a:xfrm flipH="1" flipV="1">
              <a:off x="5158110" y="3830682"/>
              <a:ext cx="1758796" cy="45052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ctor 175"/>
            <p:cNvCxnSpPr/>
            <p:nvPr/>
          </p:nvCxnSpPr>
          <p:spPr>
            <a:xfrm flipH="1" flipV="1">
              <a:off x="2783242" y="3743725"/>
              <a:ext cx="1922605" cy="3161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ctor 176"/>
            <p:cNvCxnSpPr/>
            <p:nvPr/>
          </p:nvCxnSpPr>
          <p:spPr>
            <a:xfrm flipH="1" flipV="1">
              <a:off x="2783242" y="3743725"/>
              <a:ext cx="1252760" cy="23932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ctor 177"/>
            <p:cNvCxnSpPr/>
            <p:nvPr/>
          </p:nvCxnSpPr>
          <p:spPr>
            <a:xfrm flipV="1">
              <a:off x="6208504" y="4219407"/>
              <a:ext cx="128512" cy="13593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ctor 178"/>
            <p:cNvCxnSpPr/>
            <p:nvPr/>
          </p:nvCxnSpPr>
          <p:spPr>
            <a:xfrm flipH="1" flipV="1">
              <a:off x="3529286" y="3743786"/>
              <a:ext cx="2320898" cy="16091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ctor 179"/>
            <p:cNvCxnSpPr/>
            <p:nvPr/>
          </p:nvCxnSpPr>
          <p:spPr>
            <a:xfrm flipH="1" flipV="1">
              <a:off x="2803934" y="3669489"/>
              <a:ext cx="443022" cy="4282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ctor 180"/>
            <p:cNvCxnSpPr/>
            <p:nvPr/>
          </p:nvCxnSpPr>
          <p:spPr>
            <a:xfrm flipH="1">
              <a:off x="2040040" y="3584516"/>
              <a:ext cx="143698" cy="1979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ctor 181"/>
            <p:cNvCxnSpPr/>
            <p:nvPr/>
          </p:nvCxnSpPr>
          <p:spPr>
            <a:xfrm flipH="1" flipV="1">
              <a:off x="2141385" y="3576240"/>
              <a:ext cx="256290" cy="6380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ctor 182"/>
            <p:cNvCxnSpPr/>
            <p:nvPr/>
          </p:nvCxnSpPr>
          <p:spPr>
            <a:xfrm flipV="1">
              <a:off x="5839631" y="4310197"/>
              <a:ext cx="993387" cy="19292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ctor 183"/>
            <p:cNvCxnSpPr/>
            <p:nvPr/>
          </p:nvCxnSpPr>
          <p:spPr>
            <a:xfrm>
              <a:off x="6530270" y="4448377"/>
              <a:ext cx="948087" cy="37112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ctor 184"/>
            <p:cNvCxnSpPr/>
            <p:nvPr/>
          </p:nvCxnSpPr>
          <p:spPr>
            <a:xfrm>
              <a:off x="2089513" y="3605587"/>
              <a:ext cx="1420471" cy="16577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ctor 185"/>
            <p:cNvCxnSpPr/>
            <p:nvPr/>
          </p:nvCxnSpPr>
          <p:spPr>
            <a:xfrm flipH="1" flipV="1">
              <a:off x="2040040" y="3604314"/>
              <a:ext cx="1789794" cy="20380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ctor 186"/>
            <p:cNvCxnSpPr/>
            <p:nvPr/>
          </p:nvCxnSpPr>
          <p:spPr>
            <a:xfrm flipH="1" flipV="1">
              <a:off x="2040040" y="3604314"/>
              <a:ext cx="158573" cy="3749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ctor 187"/>
            <p:cNvCxnSpPr/>
            <p:nvPr/>
          </p:nvCxnSpPr>
          <p:spPr>
            <a:xfrm>
              <a:off x="6808093" y="4270939"/>
              <a:ext cx="204724" cy="19507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ctor 188"/>
            <p:cNvCxnSpPr/>
            <p:nvPr/>
          </p:nvCxnSpPr>
          <p:spPr>
            <a:xfrm>
              <a:off x="7223786" y="4137136"/>
              <a:ext cx="2423658" cy="43774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ctor 189"/>
            <p:cNvCxnSpPr/>
            <p:nvPr/>
          </p:nvCxnSpPr>
          <p:spPr>
            <a:xfrm>
              <a:off x="2089513" y="3605587"/>
              <a:ext cx="647383" cy="14015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ctor 190"/>
            <p:cNvCxnSpPr/>
            <p:nvPr/>
          </p:nvCxnSpPr>
          <p:spPr>
            <a:xfrm flipH="1">
              <a:off x="3529286" y="3598839"/>
              <a:ext cx="1686171" cy="14494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ctor 191"/>
            <p:cNvCxnSpPr/>
            <p:nvPr/>
          </p:nvCxnSpPr>
          <p:spPr>
            <a:xfrm flipV="1">
              <a:off x="2736896" y="3742236"/>
              <a:ext cx="37296" cy="350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ctor 192"/>
            <p:cNvCxnSpPr/>
            <p:nvPr/>
          </p:nvCxnSpPr>
          <p:spPr>
            <a:xfrm flipH="1" flipV="1">
              <a:off x="3205204" y="3950508"/>
              <a:ext cx="1875818" cy="5797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ctor 193"/>
            <p:cNvCxnSpPr/>
            <p:nvPr/>
          </p:nvCxnSpPr>
          <p:spPr>
            <a:xfrm flipH="1" flipV="1">
              <a:off x="5644029" y="4145858"/>
              <a:ext cx="350370" cy="9832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ctor 194"/>
            <p:cNvCxnSpPr/>
            <p:nvPr/>
          </p:nvCxnSpPr>
          <p:spPr>
            <a:xfrm>
              <a:off x="2089513" y="3605587"/>
              <a:ext cx="3734127" cy="61531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ctor 195"/>
            <p:cNvCxnSpPr/>
            <p:nvPr/>
          </p:nvCxnSpPr>
          <p:spPr>
            <a:xfrm flipH="1" flipV="1">
              <a:off x="2774192" y="3742236"/>
              <a:ext cx="2077537" cy="34744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ctor 196"/>
            <p:cNvCxnSpPr/>
            <p:nvPr/>
          </p:nvCxnSpPr>
          <p:spPr>
            <a:xfrm>
              <a:off x="2040040" y="3604314"/>
              <a:ext cx="357635" cy="3573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ctor 197"/>
            <p:cNvCxnSpPr/>
            <p:nvPr/>
          </p:nvCxnSpPr>
          <p:spPr>
            <a:xfrm flipH="1" flipV="1">
              <a:off x="4036002" y="3983049"/>
              <a:ext cx="1525472" cy="2702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ctor 198"/>
            <p:cNvCxnSpPr/>
            <p:nvPr/>
          </p:nvCxnSpPr>
          <p:spPr>
            <a:xfrm>
              <a:off x="3205204" y="3950508"/>
              <a:ext cx="1875818" cy="5797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ctor 199"/>
            <p:cNvCxnSpPr/>
            <p:nvPr/>
          </p:nvCxnSpPr>
          <p:spPr>
            <a:xfrm>
              <a:off x="5925120" y="4389921"/>
              <a:ext cx="1030907" cy="24669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ctor 200"/>
            <p:cNvCxnSpPr/>
            <p:nvPr/>
          </p:nvCxnSpPr>
          <p:spPr>
            <a:xfrm flipH="1" flipV="1">
              <a:off x="2089513" y="3605587"/>
              <a:ext cx="1628754" cy="12393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ctor 201"/>
            <p:cNvCxnSpPr/>
            <p:nvPr/>
          </p:nvCxnSpPr>
          <p:spPr>
            <a:xfrm>
              <a:off x="2169017" y="3623657"/>
              <a:ext cx="2629880" cy="44524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ctor 202"/>
            <p:cNvCxnSpPr/>
            <p:nvPr/>
          </p:nvCxnSpPr>
          <p:spPr>
            <a:xfrm>
              <a:off x="2338444" y="3607425"/>
              <a:ext cx="866760" cy="34308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ctor 203"/>
            <p:cNvCxnSpPr/>
            <p:nvPr/>
          </p:nvCxnSpPr>
          <p:spPr>
            <a:xfrm flipH="1" flipV="1">
              <a:off x="2141385" y="3576240"/>
              <a:ext cx="1368599" cy="19511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ctor 204"/>
            <p:cNvCxnSpPr/>
            <p:nvPr/>
          </p:nvCxnSpPr>
          <p:spPr>
            <a:xfrm flipH="1" flipV="1">
              <a:off x="2089513" y="3605587"/>
              <a:ext cx="1115691" cy="34492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ctor 205"/>
            <p:cNvCxnSpPr/>
            <p:nvPr/>
          </p:nvCxnSpPr>
          <p:spPr>
            <a:xfrm>
              <a:off x="3246956" y="3712317"/>
              <a:ext cx="282574" cy="7024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ctor 206"/>
            <p:cNvCxnSpPr/>
            <p:nvPr/>
          </p:nvCxnSpPr>
          <p:spPr>
            <a:xfrm flipH="1" flipV="1">
              <a:off x="5823640" y="4220898"/>
              <a:ext cx="984100" cy="24336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ctor 207"/>
            <p:cNvCxnSpPr/>
            <p:nvPr/>
          </p:nvCxnSpPr>
          <p:spPr>
            <a:xfrm>
              <a:off x="5487809" y="4093147"/>
              <a:ext cx="1241857" cy="20585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ctor 208"/>
            <p:cNvCxnSpPr/>
            <p:nvPr/>
          </p:nvCxnSpPr>
          <p:spPr>
            <a:xfrm>
              <a:off x="4036002" y="3983049"/>
              <a:ext cx="2312108" cy="44535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ctor 209"/>
            <p:cNvCxnSpPr/>
            <p:nvPr/>
          </p:nvCxnSpPr>
          <p:spPr>
            <a:xfrm flipH="1" flipV="1">
              <a:off x="2355514" y="3612267"/>
              <a:ext cx="427728" cy="13145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ctor 210"/>
            <p:cNvCxnSpPr/>
            <p:nvPr/>
          </p:nvCxnSpPr>
          <p:spPr>
            <a:xfrm>
              <a:off x="5420665" y="4018186"/>
              <a:ext cx="1726382" cy="43922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ctor 211"/>
            <p:cNvCxnSpPr/>
            <p:nvPr/>
          </p:nvCxnSpPr>
          <p:spPr>
            <a:xfrm>
              <a:off x="2355514" y="3612267"/>
              <a:ext cx="418678" cy="12996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ctor 212"/>
            <p:cNvCxnSpPr/>
            <p:nvPr/>
          </p:nvCxnSpPr>
          <p:spPr>
            <a:xfrm flipH="1">
              <a:off x="3509984" y="3743786"/>
              <a:ext cx="19302" cy="2757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ctor 213"/>
            <p:cNvCxnSpPr/>
            <p:nvPr/>
          </p:nvCxnSpPr>
          <p:spPr>
            <a:xfrm flipH="1" flipV="1">
              <a:off x="2355514" y="3612267"/>
              <a:ext cx="42161" cy="2778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ctor 214"/>
            <p:cNvCxnSpPr/>
            <p:nvPr/>
          </p:nvCxnSpPr>
          <p:spPr>
            <a:xfrm flipH="1">
              <a:off x="2198613" y="3640047"/>
              <a:ext cx="199062" cy="176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ctor 215"/>
            <p:cNvCxnSpPr/>
            <p:nvPr/>
          </p:nvCxnSpPr>
          <p:spPr>
            <a:xfrm flipH="1">
              <a:off x="6318919" y="4428406"/>
              <a:ext cx="29191" cy="7079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ctor 216"/>
            <p:cNvCxnSpPr/>
            <p:nvPr/>
          </p:nvCxnSpPr>
          <p:spPr>
            <a:xfrm>
              <a:off x="5823640" y="4220898"/>
              <a:ext cx="348412" cy="13928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ctor 217"/>
            <p:cNvCxnSpPr/>
            <p:nvPr/>
          </p:nvCxnSpPr>
          <p:spPr>
            <a:xfrm>
              <a:off x="2040040" y="3604314"/>
              <a:ext cx="763894" cy="6517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ctor 218"/>
            <p:cNvCxnSpPr/>
            <p:nvPr/>
          </p:nvCxnSpPr>
          <p:spPr>
            <a:xfrm flipH="1" flipV="1">
              <a:off x="7496287" y="3169349"/>
              <a:ext cx="242507" cy="131185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ctor 219"/>
            <p:cNvCxnSpPr/>
            <p:nvPr/>
          </p:nvCxnSpPr>
          <p:spPr>
            <a:xfrm flipV="1">
              <a:off x="4766598" y="4220898"/>
              <a:ext cx="1057042" cy="6248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ctor 220"/>
            <p:cNvCxnSpPr/>
            <p:nvPr/>
          </p:nvCxnSpPr>
          <p:spPr>
            <a:xfrm>
              <a:off x="2040040" y="3604314"/>
              <a:ext cx="743202" cy="13941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ctor 221"/>
            <p:cNvCxnSpPr/>
            <p:nvPr/>
          </p:nvCxnSpPr>
          <p:spPr>
            <a:xfrm flipH="1">
              <a:off x="2089513" y="3494557"/>
              <a:ext cx="2622088" cy="11103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ctor 222"/>
            <p:cNvCxnSpPr/>
            <p:nvPr/>
          </p:nvCxnSpPr>
          <p:spPr>
            <a:xfrm>
              <a:off x="2169017" y="3623657"/>
              <a:ext cx="2682712" cy="46602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ctor 223"/>
            <p:cNvCxnSpPr/>
            <p:nvPr/>
          </p:nvCxnSpPr>
          <p:spPr>
            <a:xfrm>
              <a:off x="2141385" y="3576240"/>
              <a:ext cx="1439910" cy="14500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ctor 224"/>
            <p:cNvCxnSpPr/>
            <p:nvPr/>
          </p:nvCxnSpPr>
          <p:spPr>
            <a:xfrm flipV="1">
              <a:off x="2169017" y="3584516"/>
              <a:ext cx="14721" cy="3914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ctor 225"/>
            <p:cNvCxnSpPr/>
            <p:nvPr/>
          </p:nvCxnSpPr>
          <p:spPr>
            <a:xfrm>
              <a:off x="2183738" y="3584516"/>
              <a:ext cx="1397557" cy="13672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ctor 226"/>
            <p:cNvCxnSpPr/>
            <p:nvPr/>
          </p:nvCxnSpPr>
          <p:spPr>
            <a:xfrm>
              <a:off x="2183738" y="3584516"/>
              <a:ext cx="251262" cy="11440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nector 227"/>
            <p:cNvCxnSpPr/>
            <p:nvPr/>
          </p:nvCxnSpPr>
          <p:spPr>
            <a:xfrm>
              <a:off x="2741145" y="3691619"/>
              <a:ext cx="768839" cy="7973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onnector 228"/>
            <p:cNvCxnSpPr/>
            <p:nvPr/>
          </p:nvCxnSpPr>
          <p:spPr>
            <a:xfrm>
              <a:off x="2183738" y="3584516"/>
              <a:ext cx="671631" cy="14514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onnector 229"/>
            <p:cNvCxnSpPr/>
            <p:nvPr/>
          </p:nvCxnSpPr>
          <p:spPr>
            <a:xfrm flipH="1" flipV="1">
              <a:off x="2141385" y="3576240"/>
              <a:ext cx="1388145" cy="20631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ctor 230"/>
            <p:cNvCxnSpPr/>
            <p:nvPr/>
          </p:nvCxnSpPr>
          <p:spPr>
            <a:xfrm>
              <a:off x="6488848" y="4305682"/>
              <a:ext cx="523969" cy="16032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ctor 231"/>
            <p:cNvCxnSpPr/>
            <p:nvPr/>
          </p:nvCxnSpPr>
          <p:spPr>
            <a:xfrm flipH="1" flipV="1">
              <a:off x="4711601" y="3494557"/>
              <a:ext cx="1427393" cy="90685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ctor 232"/>
            <p:cNvCxnSpPr/>
            <p:nvPr/>
          </p:nvCxnSpPr>
          <p:spPr>
            <a:xfrm>
              <a:off x="5996783" y="4084062"/>
              <a:ext cx="732883" cy="21494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ctor 233"/>
            <p:cNvCxnSpPr/>
            <p:nvPr/>
          </p:nvCxnSpPr>
          <p:spPr>
            <a:xfrm flipV="1">
              <a:off x="2040040" y="3576240"/>
              <a:ext cx="101345" cy="2807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ctor 234"/>
            <p:cNvCxnSpPr/>
            <p:nvPr/>
          </p:nvCxnSpPr>
          <p:spPr>
            <a:xfrm flipH="1">
              <a:off x="6916906" y="4000445"/>
              <a:ext cx="534053" cy="28076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ctor 235"/>
            <p:cNvCxnSpPr/>
            <p:nvPr/>
          </p:nvCxnSpPr>
          <p:spPr>
            <a:xfrm>
              <a:off x="2772237" y="3725806"/>
              <a:ext cx="3957429" cy="57319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ctor 236"/>
            <p:cNvCxnSpPr/>
            <p:nvPr/>
          </p:nvCxnSpPr>
          <p:spPr>
            <a:xfrm flipH="1" flipV="1">
              <a:off x="2397675" y="3640047"/>
              <a:ext cx="345975" cy="10052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ctor 237"/>
            <p:cNvCxnSpPr/>
            <p:nvPr/>
          </p:nvCxnSpPr>
          <p:spPr>
            <a:xfrm>
              <a:off x="2141385" y="3576240"/>
              <a:ext cx="197059" cy="3118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ctor 238"/>
            <p:cNvCxnSpPr/>
            <p:nvPr/>
          </p:nvCxnSpPr>
          <p:spPr>
            <a:xfrm flipH="1" flipV="1">
              <a:off x="5823640" y="4220898"/>
              <a:ext cx="506231" cy="12549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nector 239"/>
            <p:cNvCxnSpPr/>
            <p:nvPr/>
          </p:nvCxnSpPr>
          <p:spPr>
            <a:xfrm>
              <a:off x="2089513" y="3605587"/>
              <a:ext cx="1740321" cy="20253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ctor 240"/>
            <p:cNvCxnSpPr/>
            <p:nvPr/>
          </p:nvCxnSpPr>
          <p:spPr>
            <a:xfrm flipH="1" flipV="1">
              <a:off x="2169017" y="3623657"/>
              <a:ext cx="2848165" cy="25582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ctor 241"/>
            <p:cNvCxnSpPr/>
            <p:nvPr/>
          </p:nvCxnSpPr>
          <p:spPr>
            <a:xfrm flipH="1">
              <a:off x="2736896" y="3729518"/>
              <a:ext cx="981371" cy="1622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ctor 242"/>
            <p:cNvCxnSpPr/>
            <p:nvPr/>
          </p:nvCxnSpPr>
          <p:spPr>
            <a:xfrm>
              <a:off x="2169017" y="3623657"/>
              <a:ext cx="228658" cy="1639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ctor 243"/>
            <p:cNvCxnSpPr/>
            <p:nvPr/>
          </p:nvCxnSpPr>
          <p:spPr>
            <a:xfrm flipH="1" flipV="1">
              <a:off x="2141385" y="3576240"/>
              <a:ext cx="602265" cy="16433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ctor 244"/>
            <p:cNvCxnSpPr/>
            <p:nvPr/>
          </p:nvCxnSpPr>
          <p:spPr>
            <a:xfrm>
              <a:off x="2338444" y="3607425"/>
              <a:ext cx="516925" cy="12223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ctor 245"/>
            <p:cNvCxnSpPr/>
            <p:nvPr/>
          </p:nvCxnSpPr>
          <p:spPr>
            <a:xfrm>
              <a:off x="4036002" y="3983049"/>
              <a:ext cx="2920025" cy="65356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Connector 246"/>
            <p:cNvCxnSpPr/>
            <p:nvPr/>
          </p:nvCxnSpPr>
          <p:spPr>
            <a:xfrm>
              <a:off x="2040040" y="3604314"/>
              <a:ext cx="128977" cy="1934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ctor 247"/>
            <p:cNvCxnSpPr/>
            <p:nvPr/>
          </p:nvCxnSpPr>
          <p:spPr>
            <a:xfrm flipH="1" flipV="1">
              <a:off x="2743650" y="3740575"/>
              <a:ext cx="2744159" cy="35257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ctor 248"/>
            <p:cNvCxnSpPr/>
            <p:nvPr/>
          </p:nvCxnSpPr>
          <p:spPr>
            <a:xfrm flipH="1" flipV="1">
              <a:off x="2169017" y="3623657"/>
              <a:ext cx="4168040" cy="66138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nector 249"/>
            <p:cNvCxnSpPr/>
            <p:nvPr/>
          </p:nvCxnSpPr>
          <p:spPr>
            <a:xfrm>
              <a:off x="2089513" y="3605587"/>
              <a:ext cx="266001" cy="668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ctor 250"/>
            <p:cNvCxnSpPr/>
            <p:nvPr/>
          </p:nvCxnSpPr>
          <p:spPr>
            <a:xfrm>
              <a:off x="2183738" y="3584516"/>
              <a:ext cx="4441347" cy="39376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nector 251"/>
            <p:cNvCxnSpPr/>
            <p:nvPr/>
          </p:nvCxnSpPr>
          <p:spPr>
            <a:xfrm flipH="1" flipV="1">
              <a:off x="5487809" y="4093147"/>
              <a:ext cx="842062" cy="25324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Connector 252"/>
            <p:cNvCxnSpPr/>
            <p:nvPr/>
          </p:nvCxnSpPr>
          <p:spPr>
            <a:xfrm>
              <a:off x="5871904" y="4365604"/>
              <a:ext cx="1151666" cy="29425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Connector 253"/>
            <p:cNvCxnSpPr/>
            <p:nvPr/>
          </p:nvCxnSpPr>
          <p:spPr>
            <a:xfrm>
              <a:off x="2169017" y="3623657"/>
              <a:ext cx="1360269" cy="12012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nector 254"/>
            <p:cNvCxnSpPr/>
            <p:nvPr/>
          </p:nvCxnSpPr>
          <p:spPr>
            <a:xfrm flipH="1" flipV="1">
              <a:off x="2743650" y="3740575"/>
              <a:ext cx="785880" cy="4198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Connector 255"/>
            <p:cNvCxnSpPr/>
            <p:nvPr/>
          </p:nvCxnSpPr>
          <p:spPr>
            <a:xfrm>
              <a:off x="6505988" y="4266785"/>
              <a:ext cx="506829" cy="19922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Connector 256"/>
            <p:cNvCxnSpPr/>
            <p:nvPr/>
          </p:nvCxnSpPr>
          <p:spPr>
            <a:xfrm flipH="1" flipV="1">
              <a:off x="3509984" y="3771358"/>
              <a:ext cx="526018" cy="21169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Connector 257"/>
            <p:cNvCxnSpPr/>
            <p:nvPr/>
          </p:nvCxnSpPr>
          <p:spPr>
            <a:xfrm>
              <a:off x="2783242" y="3743725"/>
              <a:ext cx="2068487" cy="34595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Connector 258"/>
            <p:cNvCxnSpPr/>
            <p:nvPr/>
          </p:nvCxnSpPr>
          <p:spPr>
            <a:xfrm flipH="1" flipV="1">
              <a:off x="2743650" y="3740575"/>
              <a:ext cx="3095981" cy="76254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Connector 259"/>
            <p:cNvCxnSpPr/>
            <p:nvPr/>
          </p:nvCxnSpPr>
          <p:spPr>
            <a:xfrm flipH="1" flipV="1">
              <a:off x="3529530" y="3782558"/>
              <a:ext cx="2034914" cy="27540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Connector 260"/>
            <p:cNvCxnSpPr/>
            <p:nvPr/>
          </p:nvCxnSpPr>
          <p:spPr>
            <a:xfrm flipV="1">
              <a:off x="6916906" y="4000445"/>
              <a:ext cx="534053" cy="28076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onnector 261"/>
            <p:cNvCxnSpPr/>
            <p:nvPr/>
          </p:nvCxnSpPr>
          <p:spPr>
            <a:xfrm flipH="1" flipV="1">
              <a:off x="2397675" y="3640047"/>
              <a:ext cx="1112309" cy="13131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Connector 262"/>
            <p:cNvCxnSpPr/>
            <p:nvPr/>
          </p:nvCxnSpPr>
          <p:spPr>
            <a:xfrm flipH="1" flipV="1">
              <a:off x="2141385" y="3576240"/>
              <a:ext cx="630852" cy="14956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Connector 263"/>
            <p:cNvCxnSpPr/>
            <p:nvPr/>
          </p:nvCxnSpPr>
          <p:spPr>
            <a:xfrm flipH="1" flipV="1">
              <a:off x="4851729" y="4089682"/>
              <a:ext cx="1877937" cy="20932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Connector 264"/>
            <p:cNvCxnSpPr/>
            <p:nvPr/>
          </p:nvCxnSpPr>
          <p:spPr>
            <a:xfrm flipV="1">
              <a:off x="2141385" y="3494557"/>
              <a:ext cx="2570216" cy="8168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Connector 265"/>
            <p:cNvCxnSpPr/>
            <p:nvPr/>
          </p:nvCxnSpPr>
          <p:spPr>
            <a:xfrm flipH="1" flipV="1">
              <a:off x="2198613" y="3641807"/>
              <a:ext cx="575579" cy="10042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Connector 266"/>
            <p:cNvCxnSpPr/>
            <p:nvPr/>
          </p:nvCxnSpPr>
          <p:spPr>
            <a:xfrm flipH="1" flipV="1">
              <a:off x="2141385" y="3576240"/>
              <a:ext cx="214129" cy="36027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onnector 267"/>
            <p:cNvCxnSpPr/>
            <p:nvPr/>
          </p:nvCxnSpPr>
          <p:spPr>
            <a:xfrm flipH="1">
              <a:off x="2736896" y="3725806"/>
              <a:ext cx="35341" cy="1993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Connector 268"/>
            <p:cNvCxnSpPr/>
            <p:nvPr/>
          </p:nvCxnSpPr>
          <p:spPr>
            <a:xfrm>
              <a:off x="2743650" y="3740575"/>
              <a:ext cx="461554" cy="20993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Connector 269"/>
            <p:cNvCxnSpPr/>
            <p:nvPr/>
          </p:nvCxnSpPr>
          <p:spPr>
            <a:xfrm flipH="1" flipV="1">
              <a:off x="4851729" y="4089682"/>
              <a:ext cx="971911" cy="13121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nector 270"/>
            <p:cNvCxnSpPr/>
            <p:nvPr/>
          </p:nvCxnSpPr>
          <p:spPr>
            <a:xfrm flipH="1" flipV="1">
              <a:off x="2141385" y="3576240"/>
              <a:ext cx="3016725" cy="25444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Connector 271"/>
            <p:cNvCxnSpPr/>
            <p:nvPr/>
          </p:nvCxnSpPr>
          <p:spPr>
            <a:xfrm>
              <a:off x="2183738" y="3584516"/>
              <a:ext cx="588499" cy="14129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Connector 272"/>
            <p:cNvCxnSpPr/>
            <p:nvPr/>
          </p:nvCxnSpPr>
          <p:spPr>
            <a:xfrm>
              <a:off x="2774192" y="3742236"/>
              <a:ext cx="755338" cy="4032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Connector 273"/>
            <p:cNvCxnSpPr/>
            <p:nvPr/>
          </p:nvCxnSpPr>
          <p:spPr>
            <a:xfrm>
              <a:off x="4851729" y="4089682"/>
              <a:ext cx="2104298" cy="54693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nector 274"/>
            <p:cNvCxnSpPr/>
            <p:nvPr/>
          </p:nvCxnSpPr>
          <p:spPr>
            <a:xfrm flipH="1">
              <a:off x="6208504" y="4219407"/>
              <a:ext cx="128512" cy="13593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Connector 275"/>
            <p:cNvCxnSpPr/>
            <p:nvPr/>
          </p:nvCxnSpPr>
          <p:spPr>
            <a:xfrm flipV="1">
              <a:off x="3205204" y="3743786"/>
              <a:ext cx="324082" cy="20672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Connector 276"/>
            <p:cNvCxnSpPr/>
            <p:nvPr/>
          </p:nvCxnSpPr>
          <p:spPr>
            <a:xfrm>
              <a:off x="5850184" y="3904702"/>
              <a:ext cx="719878" cy="33615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Connector 277"/>
            <p:cNvCxnSpPr/>
            <p:nvPr/>
          </p:nvCxnSpPr>
          <p:spPr>
            <a:xfrm flipH="1" flipV="1">
              <a:off x="2169017" y="3623657"/>
              <a:ext cx="1549250" cy="10586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Connector 278"/>
            <p:cNvCxnSpPr/>
            <p:nvPr/>
          </p:nvCxnSpPr>
          <p:spPr>
            <a:xfrm flipH="1" flipV="1">
              <a:off x="3529530" y="3782558"/>
              <a:ext cx="1322199" cy="30712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Connector 279"/>
            <p:cNvCxnSpPr/>
            <p:nvPr/>
          </p:nvCxnSpPr>
          <p:spPr>
            <a:xfrm>
              <a:off x="6190024" y="3772871"/>
              <a:ext cx="37267" cy="23438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onnector 280"/>
            <p:cNvCxnSpPr/>
            <p:nvPr/>
          </p:nvCxnSpPr>
          <p:spPr>
            <a:xfrm flipH="1" flipV="1">
              <a:off x="2338444" y="3607425"/>
              <a:ext cx="1191086" cy="17513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nector 281"/>
            <p:cNvCxnSpPr/>
            <p:nvPr/>
          </p:nvCxnSpPr>
          <p:spPr>
            <a:xfrm flipH="1" flipV="1">
              <a:off x="2355514" y="3612267"/>
              <a:ext cx="849690" cy="33824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Connector 282"/>
            <p:cNvCxnSpPr/>
            <p:nvPr/>
          </p:nvCxnSpPr>
          <p:spPr>
            <a:xfrm flipH="1">
              <a:off x="6337057" y="4229480"/>
              <a:ext cx="573537" cy="55563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nector 283"/>
            <p:cNvCxnSpPr/>
            <p:nvPr/>
          </p:nvCxnSpPr>
          <p:spPr>
            <a:xfrm flipH="1" flipV="1">
              <a:off x="2355514" y="3612267"/>
              <a:ext cx="891442" cy="10005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Connector 284"/>
            <p:cNvCxnSpPr/>
            <p:nvPr/>
          </p:nvCxnSpPr>
          <p:spPr>
            <a:xfrm>
              <a:off x="5891227" y="4157703"/>
              <a:ext cx="838439" cy="14129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Connector 285"/>
            <p:cNvCxnSpPr/>
            <p:nvPr/>
          </p:nvCxnSpPr>
          <p:spPr>
            <a:xfrm flipH="1" flipV="1">
              <a:off x="3529286" y="3743786"/>
              <a:ext cx="2611023" cy="35075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Connector 286"/>
            <p:cNvCxnSpPr/>
            <p:nvPr/>
          </p:nvCxnSpPr>
          <p:spPr>
            <a:xfrm flipH="1" flipV="1">
              <a:off x="6138994" y="4401414"/>
              <a:ext cx="817033" cy="23520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Connector 287"/>
            <p:cNvCxnSpPr/>
            <p:nvPr/>
          </p:nvCxnSpPr>
          <p:spPr>
            <a:xfrm flipH="1" flipV="1">
              <a:off x="2338444" y="3607425"/>
              <a:ext cx="435748" cy="13481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Connector 288"/>
            <p:cNvCxnSpPr/>
            <p:nvPr/>
          </p:nvCxnSpPr>
          <p:spPr>
            <a:xfrm>
              <a:off x="2089513" y="3605587"/>
              <a:ext cx="693729" cy="13813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Connector 289"/>
            <p:cNvCxnSpPr/>
            <p:nvPr/>
          </p:nvCxnSpPr>
          <p:spPr>
            <a:xfrm flipV="1">
              <a:off x="2040040" y="3584516"/>
              <a:ext cx="143698" cy="1979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Connector 290"/>
            <p:cNvCxnSpPr/>
            <p:nvPr/>
          </p:nvCxnSpPr>
          <p:spPr>
            <a:xfrm>
              <a:off x="2774192" y="3742236"/>
              <a:ext cx="2869837" cy="40362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Connector 291"/>
            <p:cNvCxnSpPr/>
            <p:nvPr/>
          </p:nvCxnSpPr>
          <p:spPr>
            <a:xfrm flipH="1" flipV="1">
              <a:off x="2198613" y="3641807"/>
              <a:ext cx="545037" cy="9876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Connector 292"/>
            <p:cNvCxnSpPr/>
            <p:nvPr/>
          </p:nvCxnSpPr>
          <p:spPr>
            <a:xfrm>
              <a:off x="2198613" y="3641807"/>
              <a:ext cx="545037" cy="9876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Connector 293"/>
            <p:cNvCxnSpPr/>
            <p:nvPr/>
          </p:nvCxnSpPr>
          <p:spPr>
            <a:xfrm flipH="1" flipV="1">
              <a:off x="2741145" y="3691619"/>
              <a:ext cx="3595912" cy="593424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Connector 294"/>
            <p:cNvCxnSpPr/>
            <p:nvPr/>
          </p:nvCxnSpPr>
          <p:spPr>
            <a:xfrm flipH="1" flipV="1">
              <a:off x="2198613" y="3641807"/>
              <a:ext cx="236387" cy="57118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Connector 295"/>
            <p:cNvCxnSpPr/>
            <p:nvPr/>
          </p:nvCxnSpPr>
          <p:spPr>
            <a:xfrm flipH="1">
              <a:off x="2741145" y="3669489"/>
              <a:ext cx="62789" cy="22130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Connector 296"/>
            <p:cNvCxnSpPr/>
            <p:nvPr/>
          </p:nvCxnSpPr>
          <p:spPr>
            <a:xfrm flipH="1" flipV="1">
              <a:off x="6807740" y="4464266"/>
              <a:ext cx="107124" cy="124776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Connector 297"/>
            <p:cNvCxnSpPr/>
            <p:nvPr/>
          </p:nvCxnSpPr>
          <p:spPr>
            <a:xfrm flipH="1" flipV="1">
              <a:off x="7147047" y="4457407"/>
              <a:ext cx="302435" cy="51241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Connector 298"/>
            <p:cNvCxnSpPr/>
            <p:nvPr/>
          </p:nvCxnSpPr>
          <p:spPr>
            <a:xfrm flipH="1" flipV="1">
              <a:off x="2183738" y="3584516"/>
              <a:ext cx="1345792" cy="198042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Connector 299"/>
            <p:cNvCxnSpPr/>
            <p:nvPr/>
          </p:nvCxnSpPr>
          <p:spPr>
            <a:xfrm flipH="1" flipV="1">
              <a:off x="7117426" y="4387235"/>
              <a:ext cx="911662" cy="91795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Connector 300"/>
            <p:cNvCxnSpPr/>
            <p:nvPr/>
          </p:nvCxnSpPr>
          <p:spPr>
            <a:xfrm flipH="1">
              <a:off x="8087563" y="1601173"/>
              <a:ext cx="1858366" cy="1030829"/>
            </a:xfrm>
            <a:prstGeom prst="line">
              <a:avLst/>
            </a:prstGeom>
            <a:ln w="25400">
              <a:solidFill>
                <a:srgbClr val="000000">
                  <a:alpha val="1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Connector 301"/>
            <p:cNvCxnSpPr/>
            <p:nvPr/>
          </p:nvCxnSpPr>
          <p:spPr>
            <a:xfrm flipH="1">
              <a:off x="5473364" y="4269302"/>
              <a:ext cx="399063" cy="3993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Connector 302"/>
            <p:cNvCxnSpPr/>
            <p:nvPr/>
          </p:nvCxnSpPr>
          <p:spPr>
            <a:xfrm>
              <a:off x="2397675" y="3640047"/>
              <a:ext cx="7249769" cy="93483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Connector 303"/>
            <p:cNvCxnSpPr/>
            <p:nvPr/>
          </p:nvCxnSpPr>
          <p:spPr>
            <a:xfrm flipH="1">
              <a:off x="5300613" y="3817906"/>
              <a:ext cx="2104050" cy="15361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Connector 304"/>
            <p:cNvCxnSpPr/>
            <p:nvPr/>
          </p:nvCxnSpPr>
          <p:spPr>
            <a:xfrm>
              <a:off x="5823640" y="4220898"/>
              <a:ext cx="3823804" cy="35398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Connector 305"/>
            <p:cNvCxnSpPr/>
            <p:nvPr/>
          </p:nvCxnSpPr>
          <p:spPr>
            <a:xfrm>
              <a:off x="3718267" y="3729518"/>
              <a:ext cx="5929177" cy="84536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Connector 306"/>
            <p:cNvCxnSpPr/>
            <p:nvPr/>
          </p:nvCxnSpPr>
          <p:spPr>
            <a:xfrm flipV="1">
              <a:off x="3205204" y="3817906"/>
              <a:ext cx="4199459" cy="13260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Connector 307"/>
            <p:cNvCxnSpPr/>
            <p:nvPr/>
          </p:nvCxnSpPr>
          <p:spPr>
            <a:xfrm>
              <a:off x="3205204" y="3950508"/>
              <a:ext cx="6442240" cy="62437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Connector 308"/>
            <p:cNvCxnSpPr/>
            <p:nvPr/>
          </p:nvCxnSpPr>
          <p:spPr>
            <a:xfrm>
              <a:off x="3205204" y="3950508"/>
              <a:ext cx="2268160" cy="35872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Connector 309"/>
            <p:cNvCxnSpPr/>
            <p:nvPr/>
          </p:nvCxnSpPr>
          <p:spPr>
            <a:xfrm>
              <a:off x="2772237" y="3725806"/>
              <a:ext cx="6875207" cy="84907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Connector 310"/>
            <p:cNvCxnSpPr/>
            <p:nvPr/>
          </p:nvCxnSpPr>
          <p:spPr>
            <a:xfrm flipH="1">
              <a:off x="5190139" y="4962779"/>
              <a:ext cx="302470" cy="26699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Connector 311"/>
            <p:cNvCxnSpPr/>
            <p:nvPr/>
          </p:nvCxnSpPr>
          <p:spPr>
            <a:xfrm>
              <a:off x="2855369" y="3729658"/>
              <a:ext cx="6792075" cy="84522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Connector 312"/>
            <p:cNvCxnSpPr/>
            <p:nvPr/>
          </p:nvCxnSpPr>
          <p:spPr>
            <a:xfrm flipV="1">
              <a:off x="6729666" y="3817906"/>
              <a:ext cx="674997" cy="48109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Connector 313"/>
            <p:cNvCxnSpPr/>
            <p:nvPr/>
          </p:nvCxnSpPr>
          <p:spPr>
            <a:xfrm flipH="1" flipV="1">
              <a:off x="3529530" y="3782558"/>
              <a:ext cx="3694256" cy="35457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Connector 314"/>
            <p:cNvCxnSpPr/>
            <p:nvPr/>
          </p:nvCxnSpPr>
          <p:spPr>
            <a:xfrm>
              <a:off x="6272310" y="4460710"/>
              <a:ext cx="3375134" cy="11417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Connector 315"/>
            <p:cNvCxnSpPr/>
            <p:nvPr/>
          </p:nvCxnSpPr>
          <p:spPr>
            <a:xfrm>
              <a:off x="6272310" y="4460710"/>
              <a:ext cx="279512" cy="17765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Connector 316"/>
            <p:cNvCxnSpPr/>
            <p:nvPr/>
          </p:nvCxnSpPr>
          <p:spPr>
            <a:xfrm>
              <a:off x="4036002" y="3983049"/>
              <a:ext cx="5611442" cy="59183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Connector 317"/>
            <p:cNvCxnSpPr/>
            <p:nvPr/>
          </p:nvCxnSpPr>
          <p:spPr>
            <a:xfrm>
              <a:off x="6916906" y="4281205"/>
              <a:ext cx="2730538" cy="29367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Connector 318"/>
            <p:cNvCxnSpPr/>
            <p:nvPr/>
          </p:nvCxnSpPr>
          <p:spPr>
            <a:xfrm flipH="1" flipV="1">
              <a:off x="5158110" y="3830682"/>
              <a:ext cx="1455870" cy="38533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Connector 319"/>
            <p:cNvCxnSpPr/>
            <p:nvPr/>
          </p:nvCxnSpPr>
          <p:spPr>
            <a:xfrm>
              <a:off x="5743817" y="4045451"/>
              <a:ext cx="3903627" cy="52943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Connector 320"/>
            <p:cNvCxnSpPr/>
            <p:nvPr/>
          </p:nvCxnSpPr>
          <p:spPr>
            <a:xfrm>
              <a:off x="6138994" y="4401414"/>
              <a:ext cx="3508450" cy="17346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Connector 321"/>
            <p:cNvCxnSpPr/>
            <p:nvPr/>
          </p:nvCxnSpPr>
          <p:spPr>
            <a:xfrm>
              <a:off x="6138994" y="4401414"/>
              <a:ext cx="674290" cy="12550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Connector 322"/>
            <p:cNvCxnSpPr/>
            <p:nvPr/>
          </p:nvCxnSpPr>
          <p:spPr>
            <a:xfrm flipH="1">
              <a:off x="4705847" y="1601173"/>
              <a:ext cx="5240082" cy="217417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Connector 323"/>
            <p:cNvCxnSpPr/>
            <p:nvPr/>
          </p:nvCxnSpPr>
          <p:spPr>
            <a:xfrm flipH="1">
              <a:off x="4711601" y="1601173"/>
              <a:ext cx="5234328" cy="189338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Connector 324"/>
            <p:cNvCxnSpPr/>
            <p:nvPr/>
          </p:nvCxnSpPr>
          <p:spPr>
            <a:xfrm flipH="1">
              <a:off x="7450959" y="1601173"/>
              <a:ext cx="2494970" cy="239927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Connector 325"/>
            <p:cNvCxnSpPr/>
            <p:nvPr/>
          </p:nvCxnSpPr>
          <p:spPr>
            <a:xfrm flipH="1">
              <a:off x="7108067" y="1601173"/>
              <a:ext cx="2837862" cy="185841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Connector 326"/>
            <p:cNvCxnSpPr/>
            <p:nvPr/>
          </p:nvCxnSpPr>
          <p:spPr>
            <a:xfrm flipH="1">
              <a:off x="8203719" y="1601173"/>
              <a:ext cx="1742210" cy="221908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Connector 327"/>
            <p:cNvCxnSpPr/>
            <p:nvPr/>
          </p:nvCxnSpPr>
          <p:spPr>
            <a:xfrm flipH="1">
              <a:off x="7496287" y="1601173"/>
              <a:ext cx="2449642" cy="156817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Connector 328"/>
            <p:cNvCxnSpPr/>
            <p:nvPr/>
          </p:nvCxnSpPr>
          <p:spPr>
            <a:xfrm flipH="1">
              <a:off x="7493558" y="1601173"/>
              <a:ext cx="2452371" cy="217755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Connector 329"/>
            <p:cNvCxnSpPr/>
            <p:nvPr/>
          </p:nvCxnSpPr>
          <p:spPr>
            <a:xfrm flipV="1">
              <a:off x="9945929" y="805261"/>
              <a:ext cx="205724" cy="79591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Connector 330"/>
            <p:cNvCxnSpPr/>
            <p:nvPr/>
          </p:nvCxnSpPr>
          <p:spPr>
            <a:xfrm>
              <a:off x="4798897" y="4068901"/>
              <a:ext cx="4848547" cy="50598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Connector 331"/>
            <p:cNvCxnSpPr/>
            <p:nvPr/>
          </p:nvCxnSpPr>
          <p:spPr>
            <a:xfrm>
              <a:off x="6337057" y="4285043"/>
              <a:ext cx="3310387" cy="28983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Connector 332"/>
            <p:cNvCxnSpPr/>
            <p:nvPr/>
          </p:nvCxnSpPr>
          <p:spPr>
            <a:xfrm flipV="1">
              <a:off x="6337057" y="3934171"/>
              <a:ext cx="724116" cy="35087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Connector 333"/>
            <p:cNvCxnSpPr/>
            <p:nvPr/>
          </p:nvCxnSpPr>
          <p:spPr>
            <a:xfrm>
              <a:off x="5158110" y="3830682"/>
              <a:ext cx="4489334" cy="74419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Connector 334"/>
            <p:cNvCxnSpPr/>
            <p:nvPr/>
          </p:nvCxnSpPr>
          <p:spPr>
            <a:xfrm flipH="1" flipV="1">
              <a:off x="5872427" y="4269302"/>
              <a:ext cx="3775017" cy="30557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Connector 335"/>
            <p:cNvCxnSpPr/>
            <p:nvPr/>
          </p:nvCxnSpPr>
          <p:spPr>
            <a:xfrm flipH="1" flipV="1">
              <a:off x="2743650" y="3740575"/>
              <a:ext cx="6903794" cy="83430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Connector 336"/>
            <p:cNvCxnSpPr/>
            <p:nvPr/>
          </p:nvCxnSpPr>
          <p:spPr>
            <a:xfrm flipH="1" flipV="1">
              <a:off x="2397675" y="3640047"/>
              <a:ext cx="7249769" cy="93483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Connector 337"/>
            <p:cNvCxnSpPr/>
            <p:nvPr/>
          </p:nvCxnSpPr>
          <p:spPr>
            <a:xfrm flipH="1" flipV="1">
              <a:off x="2338444" y="3607425"/>
              <a:ext cx="7309000" cy="96745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Connector 338"/>
            <p:cNvCxnSpPr/>
            <p:nvPr/>
          </p:nvCxnSpPr>
          <p:spPr>
            <a:xfrm flipH="1" flipV="1">
              <a:off x="5437825" y="4039807"/>
              <a:ext cx="4209619" cy="53507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Connector 339"/>
            <p:cNvCxnSpPr/>
            <p:nvPr/>
          </p:nvCxnSpPr>
          <p:spPr>
            <a:xfrm flipH="1" flipV="1">
              <a:off x="2183738" y="3584516"/>
              <a:ext cx="7463706" cy="99036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Connector 340"/>
            <p:cNvCxnSpPr/>
            <p:nvPr/>
          </p:nvCxnSpPr>
          <p:spPr>
            <a:xfrm flipH="1" flipV="1">
              <a:off x="2141385" y="3576240"/>
              <a:ext cx="7506059" cy="99864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Connector 341"/>
            <p:cNvCxnSpPr/>
            <p:nvPr/>
          </p:nvCxnSpPr>
          <p:spPr>
            <a:xfrm flipH="1" flipV="1">
              <a:off x="2736896" y="3745742"/>
              <a:ext cx="6910548" cy="82913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Connector 342"/>
            <p:cNvCxnSpPr/>
            <p:nvPr/>
          </p:nvCxnSpPr>
          <p:spPr>
            <a:xfrm flipH="1" flipV="1">
              <a:off x="2198613" y="3641807"/>
              <a:ext cx="7448831" cy="93307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Connector 343"/>
            <p:cNvCxnSpPr/>
            <p:nvPr/>
          </p:nvCxnSpPr>
          <p:spPr>
            <a:xfrm flipH="1" flipV="1">
              <a:off x="6725018" y="4383660"/>
              <a:ext cx="2922426" cy="19122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Connector 344"/>
            <p:cNvCxnSpPr/>
            <p:nvPr/>
          </p:nvCxnSpPr>
          <p:spPr>
            <a:xfrm flipH="1" flipV="1">
              <a:off x="5644029" y="4145858"/>
              <a:ext cx="4003415" cy="42902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Connector 345"/>
            <p:cNvCxnSpPr/>
            <p:nvPr/>
          </p:nvCxnSpPr>
          <p:spPr>
            <a:xfrm flipH="1" flipV="1">
              <a:off x="5871904" y="4365604"/>
              <a:ext cx="3775540" cy="20927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Connector 346"/>
            <p:cNvCxnSpPr/>
            <p:nvPr/>
          </p:nvCxnSpPr>
          <p:spPr>
            <a:xfrm flipH="1" flipV="1">
              <a:off x="3718267" y="3729518"/>
              <a:ext cx="5929177" cy="84536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Connector 347"/>
            <p:cNvCxnSpPr/>
            <p:nvPr/>
          </p:nvCxnSpPr>
          <p:spPr>
            <a:xfrm flipH="1" flipV="1">
              <a:off x="3205204" y="3950508"/>
              <a:ext cx="6442240" cy="62437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Connector 348"/>
            <p:cNvCxnSpPr/>
            <p:nvPr/>
          </p:nvCxnSpPr>
          <p:spPr>
            <a:xfrm flipH="1" flipV="1">
              <a:off x="2355514" y="3612267"/>
              <a:ext cx="7291930" cy="96261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Connector 349"/>
            <p:cNvCxnSpPr/>
            <p:nvPr/>
          </p:nvCxnSpPr>
          <p:spPr>
            <a:xfrm flipH="1" flipV="1">
              <a:off x="2169017" y="3623657"/>
              <a:ext cx="7478427" cy="95122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Connector 350"/>
            <p:cNvCxnSpPr/>
            <p:nvPr/>
          </p:nvCxnSpPr>
          <p:spPr>
            <a:xfrm flipH="1" flipV="1">
              <a:off x="3581295" y="3721244"/>
              <a:ext cx="6066149" cy="85363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Connector 351"/>
            <p:cNvCxnSpPr/>
            <p:nvPr/>
          </p:nvCxnSpPr>
          <p:spPr>
            <a:xfrm flipH="1" flipV="1">
              <a:off x="2040040" y="3604314"/>
              <a:ext cx="7607404" cy="97056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Connector 352"/>
            <p:cNvCxnSpPr/>
            <p:nvPr/>
          </p:nvCxnSpPr>
          <p:spPr>
            <a:xfrm flipH="1" flipV="1">
              <a:off x="2783242" y="3743725"/>
              <a:ext cx="6864202" cy="83115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Connector 353"/>
            <p:cNvCxnSpPr/>
            <p:nvPr/>
          </p:nvCxnSpPr>
          <p:spPr>
            <a:xfrm flipH="1" flipV="1">
              <a:off x="2774192" y="3742236"/>
              <a:ext cx="6873252" cy="83264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Connector 354"/>
            <p:cNvCxnSpPr/>
            <p:nvPr/>
          </p:nvCxnSpPr>
          <p:spPr>
            <a:xfrm flipH="1" flipV="1">
              <a:off x="2772237" y="3725806"/>
              <a:ext cx="6875207" cy="84907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Connector 355"/>
            <p:cNvCxnSpPr/>
            <p:nvPr/>
          </p:nvCxnSpPr>
          <p:spPr>
            <a:xfrm flipH="1">
              <a:off x="5492609" y="4574881"/>
              <a:ext cx="4154835" cy="38789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Connector 356"/>
            <p:cNvCxnSpPr/>
            <p:nvPr/>
          </p:nvCxnSpPr>
          <p:spPr>
            <a:xfrm flipH="1" flipV="1">
              <a:off x="2855369" y="3729658"/>
              <a:ext cx="6792075" cy="84522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Connector 357"/>
            <p:cNvCxnSpPr/>
            <p:nvPr/>
          </p:nvCxnSpPr>
          <p:spPr>
            <a:xfrm flipH="1" flipV="1">
              <a:off x="2741145" y="3691619"/>
              <a:ext cx="6906299" cy="88326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Connector 358"/>
            <p:cNvCxnSpPr/>
            <p:nvPr/>
          </p:nvCxnSpPr>
          <p:spPr>
            <a:xfrm flipH="1" flipV="1">
              <a:off x="2435000" y="3698925"/>
              <a:ext cx="7212444" cy="87595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Connector 359"/>
            <p:cNvCxnSpPr/>
            <p:nvPr/>
          </p:nvCxnSpPr>
          <p:spPr>
            <a:xfrm flipH="1" flipV="1">
              <a:off x="2089513" y="3605587"/>
              <a:ext cx="7557931" cy="96929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Connector 360"/>
            <p:cNvCxnSpPr/>
            <p:nvPr/>
          </p:nvCxnSpPr>
          <p:spPr>
            <a:xfrm flipH="1" flipV="1">
              <a:off x="5225503" y="4106496"/>
              <a:ext cx="4421941" cy="46838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Connector 361"/>
            <p:cNvCxnSpPr/>
            <p:nvPr/>
          </p:nvCxnSpPr>
          <p:spPr>
            <a:xfrm flipH="1" flipV="1">
              <a:off x="6729666" y="4299002"/>
              <a:ext cx="2917778" cy="27587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Connector 362"/>
            <p:cNvCxnSpPr/>
            <p:nvPr/>
          </p:nvCxnSpPr>
          <p:spPr>
            <a:xfrm flipH="1">
              <a:off x="6956027" y="4574881"/>
              <a:ext cx="2691417" cy="6173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Connector 363"/>
            <p:cNvCxnSpPr/>
            <p:nvPr/>
          </p:nvCxnSpPr>
          <p:spPr>
            <a:xfrm flipH="1" flipV="1">
              <a:off x="7147047" y="4457407"/>
              <a:ext cx="2500397" cy="11747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Connector 364"/>
            <p:cNvCxnSpPr/>
            <p:nvPr/>
          </p:nvCxnSpPr>
          <p:spPr>
            <a:xfrm flipH="1" flipV="1">
              <a:off x="4036002" y="3983049"/>
              <a:ext cx="5611442" cy="59183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Connector 365"/>
            <p:cNvCxnSpPr/>
            <p:nvPr/>
          </p:nvCxnSpPr>
          <p:spPr>
            <a:xfrm flipH="1" flipV="1">
              <a:off x="4705847" y="3775343"/>
              <a:ext cx="4941597" cy="79953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Connector 366"/>
            <p:cNvCxnSpPr/>
            <p:nvPr/>
          </p:nvCxnSpPr>
          <p:spPr>
            <a:xfrm flipH="1" flipV="1">
              <a:off x="6808093" y="4270939"/>
              <a:ext cx="2839351" cy="30394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Connector 367"/>
            <p:cNvCxnSpPr/>
            <p:nvPr/>
          </p:nvCxnSpPr>
          <p:spPr>
            <a:xfrm flipH="1" flipV="1">
              <a:off x="4798897" y="4068901"/>
              <a:ext cx="4848547" cy="50598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Connector 368"/>
            <p:cNvCxnSpPr/>
            <p:nvPr/>
          </p:nvCxnSpPr>
          <p:spPr>
            <a:xfrm flipH="1" flipV="1">
              <a:off x="4711601" y="3494557"/>
              <a:ext cx="4935843" cy="108032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Connector 369"/>
            <p:cNvCxnSpPr/>
            <p:nvPr/>
          </p:nvCxnSpPr>
          <p:spPr>
            <a:xfrm flipH="1" flipV="1">
              <a:off x="5158110" y="3830682"/>
              <a:ext cx="4489334" cy="74419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Connector 370"/>
            <p:cNvCxnSpPr/>
            <p:nvPr/>
          </p:nvCxnSpPr>
          <p:spPr>
            <a:xfrm flipH="1" flipV="1">
              <a:off x="5942839" y="4076938"/>
              <a:ext cx="3704605" cy="49794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Connector 371"/>
            <p:cNvCxnSpPr/>
            <p:nvPr/>
          </p:nvCxnSpPr>
          <p:spPr>
            <a:xfrm flipH="1" flipV="1">
              <a:off x="6172052" y="4360184"/>
              <a:ext cx="3475392" cy="21469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Connector 372"/>
            <p:cNvCxnSpPr/>
            <p:nvPr/>
          </p:nvCxnSpPr>
          <p:spPr>
            <a:xfrm flipH="1" flipV="1">
              <a:off x="5534418" y="4216740"/>
              <a:ext cx="4113026" cy="35814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Connector 373"/>
            <p:cNvCxnSpPr/>
            <p:nvPr/>
          </p:nvCxnSpPr>
          <p:spPr>
            <a:xfrm flipH="1" flipV="1">
              <a:off x="5874139" y="4214301"/>
              <a:ext cx="3773305" cy="36058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Connector 374"/>
            <p:cNvCxnSpPr/>
            <p:nvPr/>
          </p:nvCxnSpPr>
          <p:spPr>
            <a:xfrm flipH="1" flipV="1">
              <a:off x="6190024" y="3772871"/>
              <a:ext cx="3457420" cy="80201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Connector 375"/>
            <p:cNvCxnSpPr/>
            <p:nvPr/>
          </p:nvCxnSpPr>
          <p:spPr>
            <a:xfrm flipH="1" flipV="1">
              <a:off x="6863084" y="4243175"/>
              <a:ext cx="2784360" cy="33170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Connector 376"/>
            <p:cNvCxnSpPr/>
            <p:nvPr/>
          </p:nvCxnSpPr>
          <p:spPr>
            <a:xfrm flipH="1" flipV="1">
              <a:off x="5081022" y="4008479"/>
              <a:ext cx="4566422" cy="56640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Connector 377"/>
            <p:cNvCxnSpPr/>
            <p:nvPr/>
          </p:nvCxnSpPr>
          <p:spPr>
            <a:xfrm flipH="1" flipV="1">
              <a:off x="3529530" y="3782558"/>
              <a:ext cx="6117914" cy="79232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Connector 378"/>
            <p:cNvCxnSpPr/>
            <p:nvPr/>
          </p:nvCxnSpPr>
          <p:spPr>
            <a:xfrm flipH="1" flipV="1">
              <a:off x="3881200" y="3617860"/>
              <a:ext cx="5766244" cy="95702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Connector 379"/>
            <p:cNvCxnSpPr/>
            <p:nvPr/>
          </p:nvCxnSpPr>
          <p:spPr>
            <a:xfrm flipH="1" flipV="1">
              <a:off x="7450959" y="4000445"/>
              <a:ext cx="2196485" cy="57443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Connector 380"/>
            <p:cNvCxnSpPr/>
            <p:nvPr/>
          </p:nvCxnSpPr>
          <p:spPr>
            <a:xfrm flipH="1" flipV="1">
              <a:off x="6366671" y="3305739"/>
              <a:ext cx="3280773" cy="126914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Connector 381"/>
            <p:cNvCxnSpPr/>
            <p:nvPr/>
          </p:nvCxnSpPr>
          <p:spPr>
            <a:xfrm flipH="1" flipV="1">
              <a:off x="3529286" y="3743786"/>
              <a:ext cx="6118158" cy="83109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Connector 382"/>
            <p:cNvCxnSpPr/>
            <p:nvPr/>
          </p:nvCxnSpPr>
          <p:spPr>
            <a:xfrm flipH="1" flipV="1">
              <a:off x="2803934" y="3669489"/>
              <a:ext cx="6843510" cy="90539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Connector 383"/>
            <p:cNvCxnSpPr/>
            <p:nvPr/>
          </p:nvCxnSpPr>
          <p:spPr>
            <a:xfrm flipH="1" flipV="1">
              <a:off x="4851729" y="4089682"/>
              <a:ext cx="4795715" cy="48519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Connector 384"/>
            <p:cNvCxnSpPr/>
            <p:nvPr/>
          </p:nvCxnSpPr>
          <p:spPr>
            <a:xfrm flipH="1" flipV="1">
              <a:off x="3509984" y="3771358"/>
              <a:ext cx="6137460" cy="80352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Connector 385"/>
            <p:cNvCxnSpPr/>
            <p:nvPr/>
          </p:nvCxnSpPr>
          <p:spPr>
            <a:xfrm flipH="1" flipV="1">
              <a:off x="5564444" y="4057967"/>
              <a:ext cx="4083000" cy="51691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Connector 386"/>
            <p:cNvCxnSpPr/>
            <p:nvPr/>
          </p:nvCxnSpPr>
          <p:spPr>
            <a:xfrm flipH="1" flipV="1">
              <a:off x="4987628" y="3981641"/>
              <a:ext cx="4659816" cy="59324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Connector 387"/>
            <p:cNvCxnSpPr/>
            <p:nvPr/>
          </p:nvCxnSpPr>
          <p:spPr>
            <a:xfrm flipH="1" flipV="1">
              <a:off x="6348110" y="4428406"/>
              <a:ext cx="3299334" cy="14647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Connector 388"/>
            <p:cNvCxnSpPr/>
            <p:nvPr/>
          </p:nvCxnSpPr>
          <p:spPr>
            <a:xfrm flipH="1" flipV="1">
              <a:off x="6190920" y="4138388"/>
              <a:ext cx="3456524" cy="43649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Connector 389"/>
            <p:cNvCxnSpPr/>
            <p:nvPr/>
          </p:nvCxnSpPr>
          <p:spPr>
            <a:xfrm flipH="1" flipV="1">
              <a:off x="5994399" y="4244185"/>
              <a:ext cx="3653045" cy="33069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Connector 390"/>
            <p:cNvCxnSpPr/>
            <p:nvPr/>
          </p:nvCxnSpPr>
          <p:spPr>
            <a:xfrm flipH="1" flipV="1">
              <a:off x="5925120" y="4389921"/>
              <a:ext cx="3722324" cy="18496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Connector 391"/>
            <p:cNvCxnSpPr/>
            <p:nvPr/>
          </p:nvCxnSpPr>
          <p:spPr>
            <a:xfrm flipH="1" flipV="1">
              <a:off x="7325539" y="3862735"/>
              <a:ext cx="2321905" cy="71214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Connector 392"/>
            <p:cNvCxnSpPr/>
            <p:nvPr/>
          </p:nvCxnSpPr>
          <p:spPr>
            <a:xfrm flipH="1" flipV="1">
              <a:off x="6227291" y="4007254"/>
              <a:ext cx="3420153" cy="56762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Connector 393"/>
            <p:cNvCxnSpPr/>
            <p:nvPr/>
          </p:nvCxnSpPr>
          <p:spPr>
            <a:xfrm flipH="1" flipV="1">
              <a:off x="7012817" y="4466009"/>
              <a:ext cx="2634627" cy="10887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Connector 394"/>
            <p:cNvCxnSpPr/>
            <p:nvPr/>
          </p:nvCxnSpPr>
          <p:spPr>
            <a:xfrm flipH="1" flipV="1">
              <a:off x="5665550" y="4138958"/>
              <a:ext cx="3981894" cy="43592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Connector 395"/>
            <p:cNvCxnSpPr/>
            <p:nvPr/>
          </p:nvCxnSpPr>
          <p:spPr>
            <a:xfrm flipH="1" flipV="1">
              <a:off x="5300613" y="3971516"/>
              <a:ext cx="4346831" cy="60336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Connector 396"/>
            <p:cNvCxnSpPr/>
            <p:nvPr/>
          </p:nvCxnSpPr>
          <p:spPr>
            <a:xfrm flipH="1" flipV="1">
              <a:off x="5823209" y="4124999"/>
              <a:ext cx="3824235" cy="44988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Connector 397"/>
            <p:cNvCxnSpPr/>
            <p:nvPr/>
          </p:nvCxnSpPr>
          <p:spPr>
            <a:xfrm flipH="1">
              <a:off x="7023570" y="4574881"/>
              <a:ext cx="2623874" cy="8497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Connector 398"/>
            <p:cNvCxnSpPr/>
            <p:nvPr/>
          </p:nvCxnSpPr>
          <p:spPr>
            <a:xfrm flipH="1" flipV="1">
              <a:off x="5891227" y="4157703"/>
              <a:ext cx="3756217" cy="41717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Connector 399"/>
            <p:cNvCxnSpPr/>
            <p:nvPr/>
          </p:nvCxnSpPr>
          <p:spPr>
            <a:xfrm flipH="1" flipV="1">
              <a:off x="7108067" y="3459588"/>
              <a:ext cx="2539377" cy="111529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Connector 400"/>
            <p:cNvCxnSpPr/>
            <p:nvPr/>
          </p:nvCxnSpPr>
          <p:spPr>
            <a:xfrm flipH="1" flipV="1">
              <a:off x="6376323" y="4143914"/>
              <a:ext cx="3271121" cy="43096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Connector 401"/>
            <p:cNvCxnSpPr/>
            <p:nvPr/>
          </p:nvCxnSpPr>
          <p:spPr>
            <a:xfrm flipH="1" flipV="1">
              <a:off x="5561474" y="4010069"/>
              <a:ext cx="4085970" cy="56481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Connector 402"/>
            <p:cNvCxnSpPr/>
            <p:nvPr/>
          </p:nvCxnSpPr>
          <p:spPr>
            <a:xfrm flipH="1" flipV="1">
              <a:off x="5668175" y="4127531"/>
              <a:ext cx="3979269" cy="44735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Connector 403"/>
            <p:cNvCxnSpPr/>
            <p:nvPr/>
          </p:nvCxnSpPr>
          <p:spPr>
            <a:xfrm flipH="1" flipV="1">
              <a:off x="5017182" y="3879477"/>
              <a:ext cx="4630262" cy="69540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Connector 404"/>
            <p:cNvCxnSpPr/>
            <p:nvPr/>
          </p:nvCxnSpPr>
          <p:spPr>
            <a:xfrm flipH="1" flipV="1">
              <a:off x="7738794" y="4481208"/>
              <a:ext cx="1908650" cy="9367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Connector 405"/>
            <p:cNvCxnSpPr/>
            <p:nvPr/>
          </p:nvCxnSpPr>
          <p:spPr>
            <a:xfrm flipH="1" flipV="1">
              <a:off x="8203719" y="3820261"/>
              <a:ext cx="1443725" cy="75462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Connector 406"/>
            <p:cNvCxnSpPr/>
            <p:nvPr/>
          </p:nvCxnSpPr>
          <p:spPr>
            <a:xfrm flipH="1" flipV="1">
              <a:off x="6488848" y="4305682"/>
              <a:ext cx="3158596" cy="26919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Connector 407"/>
            <p:cNvCxnSpPr/>
            <p:nvPr/>
          </p:nvCxnSpPr>
          <p:spPr>
            <a:xfrm flipH="1" flipV="1">
              <a:off x="6980449" y="4058350"/>
              <a:ext cx="2666995" cy="51653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Connector 408"/>
            <p:cNvCxnSpPr/>
            <p:nvPr/>
          </p:nvCxnSpPr>
          <p:spPr>
            <a:xfrm flipH="1">
              <a:off x="7478357" y="4574881"/>
              <a:ext cx="2169087" cy="24462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Connector 409"/>
            <p:cNvCxnSpPr/>
            <p:nvPr/>
          </p:nvCxnSpPr>
          <p:spPr>
            <a:xfrm flipH="1" flipV="1">
              <a:off x="6910594" y="4229480"/>
              <a:ext cx="2736850" cy="34540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Connector 410"/>
            <p:cNvCxnSpPr/>
            <p:nvPr/>
          </p:nvCxnSpPr>
          <p:spPr>
            <a:xfrm flipH="1" flipV="1">
              <a:off x="6208504" y="4355340"/>
              <a:ext cx="3438940" cy="21954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Connector 411"/>
            <p:cNvCxnSpPr/>
            <p:nvPr/>
          </p:nvCxnSpPr>
          <p:spPr>
            <a:xfrm flipH="1" flipV="1">
              <a:off x="7496287" y="3169349"/>
              <a:ext cx="2151157" cy="140553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Connector 412"/>
            <p:cNvCxnSpPr/>
            <p:nvPr/>
          </p:nvCxnSpPr>
          <p:spPr>
            <a:xfrm flipH="1" flipV="1">
              <a:off x="5409887" y="4000000"/>
              <a:ext cx="4237557" cy="57488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Connector 413"/>
            <p:cNvCxnSpPr/>
            <p:nvPr/>
          </p:nvCxnSpPr>
          <p:spPr>
            <a:xfrm flipH="1" flipV="1">
              <a:off x="6113694" y="4171601"/>
              <a:ext cx="3533750" cy="40328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Connector 414"/>
            <p:cNvCxnSpPr/>
            <p:nvPr/>
          </p:nvCxnSpPr>
          <p:spPr>
            <a:xfrm flipH="1" flipV="1">
              <a:off x="5487809" y="4093147"/>
              <a:ext cx="4159635" cy="48173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Connector 415"/>
            <p:cNvCxnSpPr/>
            <p:nvPr/>
          </p:nvCxnSpPr>
          <p:spPr>
            <a:xfrm flipH="1">
              <a:off x="5403304" y="4574881"/>
              <a:ext cx="4244140" cy="18702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Connector 416"/>
            <p:cNvCxnSpPr/>
            <p:nvPr/>
          </p:nvCxnSpPr>
          <p:spPr>
            <a:xfrm flipH="1" flipV="1">
              <a:off x="6256089" y="4187179"/>
              <a:ext cx="3391355" cy="38770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Connector 417"/>
            <p:cNvCxnSpPr/>
            <p:nvPr/>
          </p:nvCxnSpPr>
          <p:spPr>
            <a:xfrm flipH="1" flipV="1">
              <a:off x="6318919" y="4499205"/>
              <a:ext cx="3328525" cy="7567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Connector 418"/>
            <p:cNvCxnSpPr/>
            <p:nvPr/>
          </p:nvCxnSpPr>
          <p:spPr>
            <a:xfrm flipH="1" flipV="1">
              <a:off x="7493558" y="3778726"/>
              <a:ext cx="2153886" cy="79615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Connector 419"/>
            <p:cNvCxnSpPr/>
            <p:nvPr/>
          </p:nvCxnSpPr>
          <p:spPr>
            <a:xfrm flipH="1" flipV="1">
              <a:off x="6570062" y="4240854"/>
              <a:ext cx="3077382" cy="33402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Connector 420"/>
            <p:cNvCxnSpPr/>
            <p:nvPr/>
          </p:nvCxnSpPr>
          <p:spPr>
            <a:xfrm flipH="1" flipV="1">
              <a:off x="6307985" y="4110522"/>
              <a:ext cx="3339459" cy="46435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Connector 421"/>
            <p:cNvCxnSpPr/>
            <p:nvPr/>
          </p:nvCxnSpPr>
          <p:spPr>
            <a:xfrm flipH="1" flipV="1">
              <a:off x="6329871" y="4346394"/>
              <a:ext cx="3317573" cy="22848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Connector 422"/>
            <p:cNvCxnSpPr/>
            <p:nvPr/>
          </p:nvCxnSpPr>
          <p:spPr>
            <a:xfrm flipH="1" flipV="1">
              <a:off x="5656324" y="4278525"/>
              <a:ext cx="3991120" cy="29635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Connector 423"/>
            <p:cNvCxnSpPr/>
            <p:nvPr/>
          </p:nvCxnSpPr>
          <p:spPr>
            <a:xfrm flipH="1" flipV="1">
              <a:off x="5777753" y="4205182"/>
              <a:ext cx="3869691" cy="36969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Connector 424"/>
            <p:cNvCxnSpPr/>
            <p:nvPr/>
          </p:nvCxnSpPr>
          <p:spPr>
            <a:xfrm flipH="1" flipV="1">
              <a:off x="7117426" y="4387235"/>
              <a:ext cx="2530018" cy="18764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Connector 425"/>
            <p:cNvCxnSpPr/>
            <p:nvPr/>
          </p:nvCxnSpPr>
          <p:spPr>
            <a:xfrm flipH="1" flipV="1">
              <a:off x="6969823" y="3987766"/>
              <a:ext cx="2677621" cy="58711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Connector 426"/>
            <p:cNvCxnSpPr/>
            <p:nvPr/>
          </p:nvCxnSpPr>
          <p:spPr>
            <a:xfrm flipH="1" flipV="1">
              <a:off x="6067880" y="4342669"/>
              <a:ext cx="3579564" cy="23221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Connector 427"/>
            <p:cNvCxnSpPr/>
            <p:nvPr/>
          </p:nvCxnSpPr>
          <p:spPr>
            <a:xfrm flipH="1" flipV="1">
              <a:off x="6140309" y="4094536"/>
              <a:ext cx="3507135" cy="48034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Connector 428"/>
            <p:cNvCxnSpPr/>
            <p:nvPr/>
          </p:nvCxnSpPr>
          <p:spPr>
            <a:xfrm flipH="1" flipV="1">
              <a:off x="6505988" y="4266785"/>
              <a:ext cx="3141456" cy="30809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Connector 429"/>
            <p:cNvCxnSpPr/>
            <p:nvPr/>
          </p:nvCxnSpPr>
          <p:spPr>
            <a:xfrm flipH="1" flipV="1">
              <a:off x="6956212" y="4387049"/>
              <a:ext cx="2691232" cy="18783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Connector 430"/>
            <p:cNvCxnSpPr/>
            <p:nvPr/>
          </p:nvCxnSpPr>
          <p:spPr>
            <a:xfrm flipH="1" flipV="1">
              <a:off x="6362453" y="4336708"/>
              <a:ext cx="3284991" cy="23817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Connector 431"/>
            <p:cNvCxnSpPr/>
            <p:nvPr/>
          </p:nvCxnSpPr>
          <p:spPr>
            <a:xfrm flipH="1" flipV="1">
              <a:off x="6833018" y="4310197"/>
              <a:ext cx="2814426" cy="26468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Connector 432"/>
            <p:cNvCxnSpPr/>
            <p:nvPr/>
          </p:nvCxnSpPr>
          <p:spPr>
            <a:xfrm flipH="1" flipV="1">
              <a:off x="6019501" y="4178921"/>
              <a:ext cx="3627943" cy="39596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Connector 433"/>
            <p:cNvCxnSpPr/>
            <p:nvPr/>
          </p:nvCxnSpPr>
          <p:spPr>
            <a:xfrm flipH="1" flipV="1">
              <a:off x="6433462" y="4121605"/>
              <a:ext cx="3213982" cy="45327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Connector 434"/>
            <p:cNvCxnSpPr/>
            <p:nvPr/>
          </p:nvCxnSpPr>
          <p:spPr>
            <a:xfrm flipH="1" flipV="1">
              <a:off x="6807740" y="4464266"/>
              <a:ext cx="2839704" cy="11061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Connector 435"/>
            <p:cNvCxnSpPr/>
            <p:nvPr/>
          </p:nvCxnSpPr>
          <p:spPr>
            <a:xfrm>
              <a:off x="6094044" y="4111360"/>
              <a:ext cx="3553400" cy="46352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Connector 436"/>
            <p:cNvCxnSpPr/>
            <p:nvPr/>
          </p:nvCxnSpPr>
          <p:spPr>
            <a:xfrm flipV="1">
              <a:off x="6813284" y="4457407"/>
              <a:ext cx="333763" cy="6951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Connector 437"/>
            <p:cNvCxnSpPr/>
            <p:nvPr/>
          </p:nvCxnSpPr>
          <p:spPr>
            <a:xfrm flipH="1" flipV="1">
              <a:off x="6138994" y="4401414"/>
              <a:ext cx="674290" cy="12550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Connector 438"/>
            <p:cNvCxnSpPr/>
            <p:nvPr/>
          </p:nvCxnSpPr>
          <p:spPr>
            <a:xfrm flipH="1" flipV="1">
              <a:off x="6172052" y="4360184"/>
              <a:ext cx="641232" cy="16673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Connector 439"/>
            <p:cNvCxnSpPr/>
            <p:nvPr/>
          </p:nvCxnSpPr>
          <p:spPr>
            <a:xfrm flipH="1" flipV="1">
              <a:off x="6348110" y="4428406"/>
              <a:ext cx="465174" cy="9851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Connector 440"/>
            <p:cNvCxnSpPr/>
            <p:nvPr/>
          </p:nvCxnSpPr>
          <p:spPr>
            <a:xfrm flipH="1" flipV="1">
              <a:off x="5925120" y="4389921"/>
              <a:ext cx="888164" cy="13700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Connector 441"/>
            <p:cNvCxnSpPr/>
            <p:nvPr/>
          </p:nvCxnSpPr>
          <p:spPr>
            <a:xfrm flipH="1" flipV="1">
              <a:off x="6329871" y="4346394"/>
              <a:ext cx="483413" cy="18052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Connector 442"/>
            <p:cNvCxnSpPr/>
            <p:nvPr/>
          </p:nvCxnSpPr>
          <p:spPr>
            <a:xfrm>
              <a:off x="5942839" y="4076938"/>
              <a:ext cx="3704605" cy="49794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Connector 443"/>
            <p:cNvCxnSpPr/>
            <p:nvPr/>
          </p:nvCxnSpPr>
          <p:spPr>
            <a:xfrm>
              <a:off x="6172052" y="4360184"/>
              <a:ext cx="3475392" cy="21469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Connector 444"/>
            <p:cNvCxnSpPr/>
            <p:nvPr/>
          </p:nvCxnSpPr>
          <p:spPr>
            <a:xfrm>
              <a:off x="6172052" y="4360184"/>
              <a:ext cx="641232" cy="16673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Connector 445"/>
            <p:cNvCxnSpPr/>
            <p:nvPr/>
          </p:nvCxnSpPr>
          <p:spPr>
            <a:xfrm>
              <a:off x="6172052" y="4360184"/>
              <a:ext cx="715942" cy="26518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Connector 446"/>
            <p:cNvCxnSpPr/>
            <p:nvPr/>
          </p:nvCxnSpPr>
          <p:spPr>
            <a:xfrm>
              <a:off x="5874139" y="4214301"/>
              <a:ext cx="1013855" cy="41107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Connector 447"/>
            <p:cNvCxnSpPr/>
            <p:nvPr/>
          </p:nvCxnSpPr>
          <p:spPr>
            <a:xfrm>
              <a:off x="6190024" y="3772871"/>
              <a:ext cx="1033762" cy="36426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Connector 448"/>
            <p:cNvCxnSpPr/>
            <p:nvPr/>
          </p:nvCxnSpPr>
          <p:spPr>
            <a:xfrm flipH="1" flipV="1">
              <a:off x="5823640" y="4220898"/>
              <a:ext cx="728182" cy="41746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Connector 449"/>
            <p:cNvCxnSpPr/>
            <p:nvPr/>
          </p:nvCxnSpPr>
          <p:spPr>
            <a:xfrm flipH="1" flipV="1">
              <a:off x="6272310" y="4460710"/>
              <a:ext cx="279512" cy="17765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Connector 450"/>
            <p:cNvCxnSpPr/>
            <p:nvPr/>
          </p:nvCxnSpPr>
          <p:spPr>
            <a:xfrm>
              <a:off x="6551822" y="4638367"/>
              <a:ext cx="471748" cy="2149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Connector 451"/>
            <p:cNvCxnSpPr/>
            <p:nvPr/>
          </p:nvCxnSpPr>
          <p:spPr>
            <a:xfrm flipH="1" flipV="1">
              <a:off x="5561474" y="4010069"/>
              <a:ext cx="990348" cy="62829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Connector 452"/>
            <p:cNvCxnSpPr/>
            <p:nvPr/>
          </p:nvCxnSpPr>
          <p:spPr>
            <a:xfrm flipH="1" flipV="1">
              <a:off x="6318919" y="4499205"/>
              <a:ext cx="232903" cy="13916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Connector 453"/>
            <p:cNvCxnSpPr/>
            <p:nvPr/>
          </p:nvCxnSpPr>
          <p:spPr>
            <a:xfrm>
              <a:off x="5564444" y="4057967"/>
              <a:ext cx="4083000" cy="51691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Connector 454"/>
            <p:cNvCxnSpPr/>
            <p:nvPr/>
          </p:nvCxnSpPr>
          <p:spPr>
            <a:xfrm>
              <a:off x="3829834" y="3808122"/>
              <a:ext cx="5817610" cy="76675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Connector 455"/>
            <p:cNvCxnSpPr/>
            <p:nvPr/>
          </p:nvCxnSpPr>
          <p:spPr>
            <a:xfrm>
              <a:off x="6348110" y="4428406"/>
              <a:ext cx="465174" cy="9851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Connector 456"/>
            <p:cNvCxnSpPr/>
            <p:nvPr/>
          </p:nvCxnSpPr>
          <p:spPr>
            <a:xfrm>
              <a:off x="6190920" y="4138388"/>
              <a:ext cx="3456524" cy="43649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Connector 457"/>
            <p:cNvCxnSpPr/>
            <p:nvPr/>
          </p:nvCxnSpPr>
          <p:spPr>
            <a:xfrm flipH="1">
              <a:off x="7223786" y="3862735"/>
              <a:ext cx="101753" cy="27440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Connector 458"/>
            <p:cNvCxnSpPr/>
            <p:nvPr/>
          </p:nvCxnSpPr>
          <p:spPr>
            <a:xfrm flipV="1">
              <a:off x="7325539" y="2393011"/>
              <a:ext cx="891085" cy="146972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Connector 459"/>
            <p:cNvCxnSpPr/>
            <p:nvPr/>
          </p:nvCxnSpPr>
          <p:spPr>
            <a:xfrm>
              <a:off x="6227291" y="4007254"/>
              <a:ext cx="3420153" cy="56762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Connector 460"/>
            <p:cNvCxnSpPr/>
            <p:nvPr/>
          </p:nvCxnSpPr>
          <p:spPr>
            <a:xfrm>
              <a:off x="5850184" y="3904702"/>
              <a:ext cx="3797260" cy="67017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Connector 461"/>
            <p:cNvCxnSpPr/>
            <p:nvPr/>
          </p:nvCxnSpPr>
          <p:spPr>
            <a:xfrm flipH="1">
              <a:off x="7496287" y="2632002"/>
              <a:ext cx="591276" cy="53734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Connector 462"/>
            <p:cNvCxnSpPr/>
            <p:nvPr/>
          </p:nvCxnSpPr>
          <p:spPr>
            <a:xfrm>
              <a:off x="7012817" y="4466009"/>
              <a:ext cx="2634627" cy="10887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Connector 463"/>
            <p:cNvCxnSpPr/>
            <p:nvPr/>
          </p:nvCxnSpPr>
          <p:spPr>
            <a:xfrm flipH="1">
              <a:off x="5561474" y="3554140"/>
              <a:ext cx="780862" cy="45592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Connector 464"/>
            <p:cNvCxnSpPr/>
            <p:nvPr/>
          </p:nvCxnSpPr>
          <p:spPr>
            <a:xfrm>
              <a:off x="6342336" y="3554140"/>
              <a:ext cx="638113" cy="50421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Connector 465"/>
            <p:cNvCxnSpPr/>
            <p:nvPr/>
          </p:nvCxnSpPr>
          <p:spPr>
            <a:xfrm flipH="1">
              <a:off x="5823640" y="3039825"/>
              <a:ext cx="1570470" cy="118107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Connector 466"/>
            <p:cNvCxnSpPr/>
            <p:nvPr/>
          </p:nvCxnSpPr>
          <p:spPr>
            <a:xfrm flipH="1">
              <a:off x="3881200" y="3039825"/>
              <a:ext cx="3512910" cy="57803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Connector 467"/>
            <p:cNvCxnSpPr/>
            <p:nvPr/>
          </p:nvCxnSpPr>
          <p:spPr>
            <a:xfrm flipH="1">
              <a:off x="6366671" y="3039825"/>
              <a:ext cx="1027439" cy="26591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Connector 468"/>
            <p:cNvCxnSpPr/>
            <p:nvPr/>
          </p:nvCxnSpPr>
          <p:spPr>
            <a:xfrm>
              <a:off x="7394110" y="3039825"/>
              <a:ext cx="102177" cy="12952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Connector 469"/>
            <p:cNvCxnSpPr/>
            <p:nvPr/>
          </p:nvCxnSpPr>
          <p:spPr>
            <a:xfrm flipH="1">
              <a:off x="6625085" y="3039825"/>
              <a:ext cx="769025" cy="93845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Connector 470"/>
            <p:cNvCxnSpPr/>
            <p:nvPr/>
          </p:nvCxnSpPr>
          <p:spPr>
            <a:xfrm flipH="1">
              <a:off x="4711601" y="2393011"/>
              <a:ext cx="3505023" cy="110154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Connector 471"/>
            <p:cNvCxnSpPr/>
            <p:nvPr/>
          </p:nvCxnSpPr>
          <p:spPr>
            <a:xfrm flipH="1">
              <a:off x="6366671" y="2393011"/>
              <a:ext cx="1849953" cy="91272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Connector 472"/>
            <p:cNvCxnSpPr/>
            <p:nvPr/>
          </p:nvCxnSpPr>
          <p:spPr>
            <a:xfrm flipH="1" flipV="1">
              <a:off x="6613980" y="4216019"/>
              <a:ext cx="409590" cy="44383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Connector 473"/>
            <p:cNvCxnSpPr/>
            <p:nvPr/>
          </p:nvCxnSpPr>
          <p:spPr>
            <a:xfrm>
              <a:off x="7425506" y="2671771"/>
              <a:ext cx="2221938" cy="190311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Connector 474"/>
            <p:cNvCxnSpPr/>
            <p:nvPr/>
          </p:nvCxnSpPr>
          <p:spPr>
            <a:xfrm>
              <a:off x="3246956" y="3712317"/>
              <a:ext cx="6400488" cy="86256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Connector 475"/>
            <p:cNvCxnSpPr/>
            <p:nvPr/>
          </p:nvCxnSpPr>
          <p:spPr>
            <a:xfrm flipV="1">
              <a:off x="6376323" y="3817906"/>
              <a:ext cx="1028340" cy="32600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Connector 476"/>
            <p:cNvCxnSpPr/>
            <p:nvPr/>
          </p:nvCxnSpPr>
          <p:spPr>
            <a:xfrm>
              <a:off x="5561474" y="4010069"/>
              <a:ext cx="4085970" cy="56481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Connector 477"/>
            <p:cNvCxnSpPr/>
            <p:nvPr/>
          </p:nvCxnSpPr>
          <p:spPr>
            <a:xfrm>
              <a:off x="5561474" y="4010069"/>
              <a:ext cx="990348" cy="62829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Connector 478"/>
            <p:cNvCxnSpPr/>
            <p:nvPr/>
          </p:nvCxnSpPr>
          <p:spPr>
            <a:xfrm flipV="1">
              <a:off x="5561474" y="3554140"/>
              <a:ext cx="780862" cy="45592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Connector 479"/>
            <p:cNvCxnSpPr/>
            <p:nvPr/>
          </p:nvCxnSpPr>
          <p:spPr>
            <a:xfrm flipH="1" flipV="1">
              <a:off x="3205204" y="3950508"/>
              <a:ext cx="1984935" cy="127927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Connector 480"/>
            <p:cNvCxnSpPr/>
            <p:nvPr/>
          </p:nvCxnSpPr>
          <p:spPr>
            <a:xfrm flipV="1">
              <a:off x="5190139" y="4962779"/>
              <a:ext cx="302470" cy="26699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Connector 481"/>
            <p:cNvCxnSpPr/>
            <p:nvPr/>
          </p:nvCxnSpPr>
          <p:spPr>
            <a:xfrm flipV="1">
              <a:off x="5190139" y="4761907"/>
              <a:ext cx="213165" cy="46787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Connector 482"/>
            <p:cNvCxnSpPr/>
            <p:nvPr/>
          </p:nvCxnSpPr>
          <p:spPr>
            <a:xfrm flipH="1" flipV="1">
              <a:off x="7404663" y="3817906"/>
              <a:ext cx="334131" cy="66330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Connector 483"/>
            <p:cNvCxnSpPr/>
            <p:nvPr/>
          </p:nvCxnSpPr>
          <p:spPr>
            <a:xfrm>
              <a:off x="6488848" y="4305682"/>
              <a:ext cx="3158596" cy="26919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Connector 484"/>
            <p:cNvCxnSpPr/>
            <p:nvPr/>
          </p:nvCxnSpPr>
          <p:spPr>
            <a:xfrm flipV="1">
              <a:off x="7478357" y="4574881"/>
              <a:ext cx="2169087" cy="24462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Connector 485"/>
            <p:cNvCxnSpPr/>
            <p:nvPr/>
          </p:nvCxnSpPr>
          <p:spPr>
            <a:xfrm flipH="1" flipV="1">
              <a:off x="6887994" y="4625372"/>
              <a:ext cx="590363" cy="19413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Connector 486"/>
            <p:cNvCxnSpPr/>
            <p:nvPr/>
          </p:nvCxnSpPr>
          <p:spPr>
            <a:xfrm>
              <a:off x="8516739" y="1806471"/>
              <a:ext cx="1130705" cy="276841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Connector 487"/>
            <p:cNvCxnSpPr/>
            <p:nvPr/>
          </p:nvCxnSpPr>
          <p:spPr>
            <a:xfrm flipV="1">
              <a:off x="6625085" y="3817906"/>
              <a:ext cx="779578" cy="16037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Connector 488"/>
            <p:cNvCxnSpPr/>
            <p:nvPr/>
          </p:nvCxnSpPr>
          <p:spPr>
            <a:xfrm>
              <a:off x="6625085" y="3978277"/>
              <a:ext cx="3022359" cy="59660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Connector 489"/>
            <p:cNvCxnSpPr/>
            <p:nvPr/>
          </p:nvCxnSpPr>
          <p:spPr>
            <a:xfrm>
              <a:off x="5839631" y="4503118"/>
              <a:ext cx="3807813" cy="7176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Connector 490"/>
            <p:cNvCxnSpPr/>
            <p:nvPr/>
          </p:nvCxnSpPr>
          <p:spPr>
            <a:xfrm flipH="1" flipV="1">
              <a:off x="5686899" y="4112102"/>
              <a:ext cx="152732" cy="39101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Connector 491"/>
            <p:cNvCxnSpPr/>
            <p:nvPr/>
          </p:nvCxnSpPr>
          <p:spPr>
            <a:xfrm>
              <a:off x="6113694" y="4171601"/>
              <a:ext cx="3533750" cy="40328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Connector 492"/>
            <p:cNvCxnSpPr/>
            <p:nvPr/>
          </p:nvCxnSpPr>
          <p:spPr>
            <a:xfrm flipV="1">
              <a:off x="5487809" y="3817906"/>
              <a:ext cx="1916854" cy="27524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Connector 493"/>
            <p:cNvCxnSpPr/>
            <p:nvPr/>
          </p:nvCxnSpPr>
          <p:spPr>
            <a:xfrm flipH="1">
              <a:off x="5190139" y="4761907"/>
              <a:ext cx="213165" cy="46787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Connector 494"/>
            <p:cNvCxnSpPr/>
            <p:nvPr/>
          </p:nvCxnSpPr>
          <p:spPr>
            <a:xfrm>
              <a:off x="6530270" y="4448377"/>
              <a:ext cx="3117174" cy="12650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Connector 495"/>
            <p:cNvCxnSpPr/>
            <p:nvPr/>
          </p:nvCxnSpPr>
          <p:spPr>
            <a:xfrm flipH="1" flipV="1">
              <a:off x="2743650" y="3740575"/>
              <a:ext cx="2729714" cy="56865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Connector 496"/>
            <p:cNvCxnSpPr/>
            <p:nvPr/>
          </p:nvCxnSpPr>
          <p:spPr>
            <a:xfrm flipH="1" flipV="1">
              <a:off x="2397675" y="3640047"/>
              <a:ext cx="3075689" cy="66918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Connector 497"/>
            <p:cNvCxnSpPr/>
            <p:nvPr/>
          </p:nvCxnSpPr>
          <p:spPr>
            <a:xfrm flipV="1">
              <a:off x="5473364" y="4220898"/>
              <a:ext cx="350276" cy="8833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Connector 498"/>
            <p:cNvCxnSpPr/>
            <p:nvPr/>
          </p:nvCxnSpPr>
          <p:spPr>
            <a:xfrm flipH="1" flipV="1">
              <a:off x="3205204" y="3950508"/>
              <a:ext cx="2268160" cy="35872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Connector 499"/>
            <p:cNvCxnSpPr/>
            <p:nvPr/>
          </p:nvCxnSpPr>
          <p:spPr>
            <a:xfrm>
              <a:off x="5473364" y="4309234"/>
              <a:ext cx="1673683" cy="14817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Connector 500"/>
            <p:cNvCxnSpPr/>
            <p:nvPr/>
          </p:nvCxnSpPr>
          <p:spPr>
            <a:xfrm>
              <a:off x="5473364" y="4309234"/>
              <a:ext cx="874746" cy="11917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Connector 501"/>
            <p:cNvCxnSpPr/>
            <p:nvPr/>
          </p:nvCxnSpPr>
          <p:spPr>
            <a:xfrm flipV="1">
              <a:off x="5473364" y="4138958"/>
              <a:ext cx="192186" cy="17027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Connector 502"/>
            <p:cNvCxnSpPr/>
            <p:nvPr/>
          </p:nvCxnSpPr>
          <p:spPr>
            <a:xfrm flipH="1" flipV="1">
              <a:off x="7223786" y="4137136"/>
              <a:ext cx="225696" cy="37151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Connector 503"/>
            <p:cNvCxnSpPr/>
            <p:nvPr/>
          </p:nvCxnSpPr>
          <p:spPr>
            <a:xfrm>
              <a:off x="7449482" y="4508648"/>
              <a:ext cx="2197962" cy="6623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Connector 504"/>
            <p:cNvCxnSpPr/>
            <p:nvPr/>
          </p:nvCxnSpPr>
          <p:spPr>
            <a:xfrm>
              <a:off x="5996783" y="4084062"/>
              <a:ext cx="3650661" cy="49081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Connector 505"/>
            <p:cNvCxnSpPr/>
            <p:nvPr/>
          </p:nvCxnSpPr>
          <p:spPr>
            <a:xfrm>
              <a:off x="6256089" y="4187179"/>
              <a:ext cx="3391355" cy="38770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Connector 506"/>
            <p:cNvCxnSpPr/>
            <p:nvPr/>
          </p:nvCxnSpPr>
          <p:spPr>
            <a:xfrm>
              <a:off x="6318919" y="4499205"/>
              <a:ext cx="232903" cy="13916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Connector 507"/>
            <p:cNvCxnSpPr/>
            <p:nvPr/>
          </p:nvCxnSpPr>
          <p:spPr>
            <a:xfrm>
              <a:off x="7493558" y="3778726"/>
              <a:ext cx="2153886" cy="79615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Connector 508"/>
            <p:cNvCxnSpPr/>
            <p:nvPr/>
          </p:nvCxnSpPr>
          <p:spPr>
            <a:xfrm flipV="1">
              <a:off x="6570062" y="4137136"/>
              <a:ext cx="653724" cy="10371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Connector 509"/>
            <p:cNvCxnSpPr/>
            <p:nvPr/>
          </p:nvCxnSpPr>
          <p:spPr>
            <a:xfrm flipV="1">
              <a:off x="6307985" y="3817906"/>
              <a:ext cx="1096678" cy="29261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Connector 510"/>
            <p:cNvCxnSpPr/>
            <p:nvPr/>
          </p:nvCxnSpPr>
          <p:spPr>
            <a:xfrm>
              <a:off x="6329871" y="4346394"/>
              <a:ext cx="3317573" cy="22848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Connector 511"/>
            <p:cNvCxnSpPr/>
            <p:nvPr/>
          </p:nvCxnSpPr>
          <p:spPr>
            <a:xfrm>
              <a:off x="6329871" y="4346394"/>
              <a:ext cx="483413" cy="18052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Connector 512"/>
            <p:cNvCxnSpPr/>
            <p:nvPr/>
          </p:nvCxnSpPr>
          <p:spPr>
            <a:xfrm flipV="1">
              <a:off x="7124026" y="3817906"/>
              <a:ext cx="280637" cy="17924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Connector 513"/>
            <p:cNvCxnSpPr/>
            <p:nvPr/>
          </p:nvCxnSpPr>
          <p:spPr>
            <a:xfrm>
              <a:off x="7124026" y="3997149"/>
              <a:ext cx="2523418" cy="57773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Connector 514"/>
            <p:cNvCxnSpPr/>
            <p:nvPr/>
          </p:nvCxnSpPr>
          <p:spPr>
            <a:xfrm flipH="1">
              <a:off x="6813284" y="3997149"/>
              <a:ext cx="310742" cy="52977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Connector 515"/>
            <p:cNvCxnSpPr/>
            <p:nvPr/>
          </p:nvCxnSpPr>
          <p:spPr>
            <a:xfrm>
              <a:off x="8029088" y="4479030"/>
              <a:ext cx="1618356" cy="9585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Connector 516"/>
            <p:cNvCxnSpPr/>
            <p:nvPr/>
          </p:nvCxnSpPr>
          <p:spPr>
            <a:xfrm>
              <a:off x="5321568" y="4020220"/>
              <a:ext cx="4325876" cy="55466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Connector 517"/>
            <p:cNvCxnSpPr/>
            <p:nvPr/>
          </p:nvCxnSpPr>
          <p:spPr>
            <a:xfrm>
              <a:off x="5321568" y="4020220"/>
              <a:ext cx="4325876" cy="55466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Connector 518"/>
            <p:cNvCxnSpPr/>
            <p:nvPr/>
          </p:nvCxnSpPr>
          <p:spPr>
            <a:xfrm>
              <a:off x="6969823" y="3987766"/>
              <a:ext cx="2677621" cy="58711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Connector 519"/>
            <p:cNvCxnSpPr/>
            <p:nvPr/>
          </p:nvCxnSpPr>
          <p:spPr>
            <a:xfrm>
              <a:off x="6162985" y="4138062"/>
              <a:ext cx="3484459" cy="43681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Connector 520"/>
            <p:cNvCxnSpPr/>
            <p:nvPr/>
          </p:nvCxnSpPr>
          <p:spPr>
            <a:xfrm>
              <a:off x="6140309" y="4094536"/>
              <a:ext cx="3507135" cy="48034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Connector 521"/>
            <p:cNvCxnSpPr/>
            <p:nvPr/>
          </p:nvCxnSpPr>
          <p:spPr>
            <a:xfrm>
              <a:off x="6833018" y="4310197"/>
              <a:ext cx="2814426" cy="26468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Connector 522"/>
            <p:cNvCxnSpPr/>
            <p:nvPr/>
          </p:nvCxnSpPr>
          <p:spPr>
            <a:xfrm flipV="1">
              <a:off x="6019501" y="3817906"/>
              <a:ext cx="1385162" cy="36101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Connector 523"/>
            <p:cNvCxnSpPr/>
            <p:nvPr/>
          </p:nvCxnSpPr>
          <p:spPr>
            <a:xfrm>
              <a:off x="6019501" y="4178921"/>
              <a:ext cx="3627943" cy="39596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" name="Connector 524"/>
            <p:cNvCxnSpPr/>
            <p:nvPr/>
          </p:nvCxnSpPr>
          <p:spPr>
            <a:xfrm>
              <a:off x="6019501" y="4178921"/>
              <a:ext cx="868493" cy="44645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Connector 525"/>
            <p:cNvCxnSpPr/>
            <p:nvPr/>
          </p:nvCxnSpPr>
          <p:spPr>
            <a:xfrm flipV="1">
              <a:off x="6433462" y="3817906"/>
              <a:ext cx="971201" cy="30369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Connector 526"/>
            <p:cNvCxnSpPr/>
            <p:nvPr/>
          </p:nvCxnSpPr>
          <p:spPr>
            <a:xfrm>
              <a:off x="6433462" y="4121605"/>
              <a:ext cx="3213982" cy="45327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Connector 527"/>
            <p:cNvCxnSpPr/>
            <p:nvPr/>
          </p:nvCxnSpPr>
          <p:spPr>
            <a:xfrm>
              <a:off x="6807740" y="4464266"/>
              <a:ext cx="2839704" cy="11061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Connector 528"/>
            <p:cNvCxnSpPr/>
            <p:nvPr/>
          </p:nvCxnSpPr>
          <p:spPr>
            <a:xfrm>
              <a:off x="6785704" y="4365108"/>
              <a:ext cx="2861740" cy="20977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Connector 529"/>
            <p:cNvCxnSpPr/>
            <p:nvPr/>
          </p:nvCxnSpPr>
          <p:spPr>
            <a:xfrm>
              <a:off x="4766598" y="4283378"/>
              <a:ext cx="423541" cy="94640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Connector 530"/>
            <p:cNvCxnSpPr/>
            <p:nvPr/>
          </p:nvCxnSpPr>
          <p:spPr>
            <a:xfrm flipH="1">
              <a:off x="7223786" y="3593400"/>
              <a:ext cx="501624" cy="54373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Connector 531"/>
            <p:cNvCxnSpPr/>
            <p:nvPr/>
          </p:nvCxnSpPr>
          <p:spPr>
            <a:xfrm>
              <a:off x="7725410" y="3593400"/>
              <a:ext cx="1922034" cy="98148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Connector 532"/>
            <p:cNvCxnSpPr/>
            <p:nvPr/>
          </p:nvCxnSpPr>
          <p:spPr>
            <a:xfrm flipV="1">
              <a:off x="7725410" y="2632002"/>
              <a:ext cx="362153" cy="96139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Connector 533"/>
            <p:cNvCxnSpPr/>
            <p:nvPr/>
          </p:nvCxnSpPr>
          <p:spPr>
            <a:xfrm flipV="1">
              <a:off x="6914864" y="4574881"/>
              <a:ext cx="2732580" cy="1416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Connector 534"/>
            <p:cNvCxnSpPr/>
            <p:nvPr/>
          </p:nvCxnSpPr>
          <p:spPr>
            <a:xfrm flipH="1">
              <a:off x="6337057" y="3934171"/>
              <a:ext cx="724116" cy="35087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Connector 535"/>
            <p:cNvCxnSpPr/>
            <p:nvPr/>
          </p:nvCxnSpPr>
          <p:spPr>
            <a:xfrm flipH="1">
              <a:off x="6863084" y="3934171"/>
              <a:ext cx="198089" cy="30900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Connector 536"/>
            <p:cNvCxnSpPr/>
            <p:nvPr/>
          </p:nvCxnSpPr>
          <p:spPr>
            <a:xfrm flipV="1">
              <a:off x="7061173" y="3820261"/>
              <a:ext cx="1142546" cy="11391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Connector 537"/>
            <p:cNvCxnSpPr/>
            <p:nvPr/>
          </p:nvCxnSpPr>
          <p:spPr>
            <a:xfrm flipV="1">
              <a:off x="7061173" y="3169349"/>
              <a:ext cx="435114" cy="76482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Connector 538"/>
            <p:cNvCxnSpPr/>
            <p:nvPr/>
          </p:nvCxnSpPr>
          <p:spPr>
            <a:xfrm>
              <a:off x="6337016" y="4219407"/>
              <a:ext cx="3310428" cy="35547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Connector 539"/>
            <p:cNvCxnSpPr/>
            <p:nvPr/>
          </p:nvCxnSpPr>
          <p:spPr>
            <a:xfrm flipH="1">
              <a:off x="9945929" y="805261"/>
              <a:ext cx="205724" cy="79591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Connector 540"/>
            <p:cNvCxnSpPr/>
            <p:nvPr/>
          </p:nvCxnSpPr>
          <p:spPr>
            <a:xfrm flipH="1">
              <a:off x="9647444" y="805261"/>
              <a:ext cx="504209" cy="376962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Connector 541"/>
            <p:cNvCxnSpPr/>
            <p:nvPr/>
          </p:nvCxnSpPr>
          <p:spPr>
            <a:xfrm flipH="1">
              <a:off x="8216624" y="805261"/>
              <a:ext cx="1935029" cy="158775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" name="Connector 542"/>
            <p:cNvCxnSpPr/>
            <p:nvPr/>
          </p:nvCxnSpPr>
          <p:spPr>
            <a:xfrm>
              <a:off x="5420665" y="4018186"/>
              <a:ext cx="4226779" cy="55669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Connector 543"/>
            <p:cNvCxnSpPr/>
            <p:nvPr/>
          </p:nvCxnSpPr>
          <p:spPr>
            <a:xfrm flipH="1" flipV="1">
              <a:off x="5872427" y="4269302"/>
              <a:ext cx="1015567" cy="35607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Connector 544"/>
            <p:cNvCxnSpPr/>
            <p:nvPr/>
          </p:nvCxnSpPr>
          <p:spPr>
            <a:xfrm flipH="1" flipV="1">
              <a:off x="2743650" y="3740575"/>
              <a:ext cx="4144344" cy="88479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Connector 545"/>
            <p:cNvCxnSpPr/>
            <p:nvPr/>
          </p:nvCxnSpPr>
          <p:spPr>
            <a:xfrm flipH="1" flipV="1">
              <a:off x="2183738" y="3584516"/>
              <a:ext cx="4704256" cy="104085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Connector 546"/>
            <p:cNvCxnSpPr/>
            <p:nvPr/>
          </p:nvCxnSpPr>
          <p:spPr>
            <a:xfrm flipH="1" flipV="1">
              <a:off x="2198613" y="3641807"/>
              <a:ext cx="4689381" cy="98356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Connector 547"/>
            <p:cNvCxnSpPr/>
            <p:nvPr/>
          </p:nvCxnSpPr>
          <p:spPr>
            <a:xfrm flipH="1" flipV="1">
              <a:off x="5644029" y="4145858"/>
              <a:ext cx="1243965" cy="47951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Connector 548"/>
            <p:cNvCxnSpPr/>
            <p:nvPr/>
          </p:nvCxnSpPr>
          <p:spPr>
            <a:xfrm flipH="1" flipV="1">
              <a:off x="5871904" y="4365604"/>
              <a:ext cx="1016090" cy="25976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Connector 549"/>
            <p:cNvCxnSpPr/>
            <p:nvPr/>
          </p:nvCxnSpPr>
          <p:spPr>
            <a:xfrm flipH="1" flipV="1">
              <a:off x="3205204" y="3950508"/>
              <a:ext cx="3682790" cy="67486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1" name="Connector 550"/>
            <p:cNvCxnSpPr/>
            <p:nvPr/>
          </p:nvCxnSpPr>
          <p:spPr>
            <a:xfrm flipH="1" flipV="1">
              <a:off x="2355514" y="3612267"/>
              <a:ext cx="4532480" cy="101310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Connector 551"/>
            <p:cNvCxnSpPr/>
            <p:nvPr/>
          </p:nvCxnSpPr>
          <p:spPr>
            <a:xfrm flipH="1" flipV="1">
              <a:off x="2040040" y="3604314"/>
              <a:ext cx="4847954" cy="102105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Connector 552"/>
            <p:cNvCxnSpPr/>
            <p:nvPr/>
          </p:nvCxnSpPr>
          <p:spPr>
            <a:xfrm flipH="1" flipV="1">
              <a:off x="2774192" y="3742236"/>
              <a:ext cx="4113802" cy="88313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Connector 553"/>
            <p:cNvCxnSpPr/>
            <p:nvPr/>
          </p:nvCxnSpPr>
          <p:spPr>
            <a:xfrm flipH="1" flipV="1">
              <a:off x="2772237" y="3725806"/>
              <a:ext cx="4115757" cy="89956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Connector 554"/>
            <p:cNvCxnSpPr/>
            <p:nvPr/>
          </p:nvCxnSpPr>
          <p:spPr>
            <a:xfrm flipH="1" flipV="1">
              <a:off x="2741145" y="3691619"/>
              <a:ext cx="4146849" cy="93375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Connector 555"/>
            <p:cNvCxnSpPr/>
            <p:nvPr/>
          </p:nvCxnSpPr>
          <p:spPr>
            <a:xfrm flipH="1" flipV="1">
              <a:off x="2435000" y="3698925"/>
              <a:ext cx="4452994" cy="92644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7" name="Connector 556"/>
            <p:cNvCxnSpPr/>
            <p:nvPr/>
          </p:nvCxnSpPr>
          <p:spPr>
            <a:xfrm flipH="1" flipV="1">
              <a:off x="2089513" y="3605587"/>
              <a:ext cx="4798481" cy="101978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Connector 557"/>
            <p:cNvCxnSpPr/>
            <p:nvPr/>
          </p:nvCxnSpPr>
          <p:spPr>
            <a:xfrm flipH="1" flipV="1">
              <a:off x="5225503" y="4106496"/>
              <a:ext cx="1662491" cy="51887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Connector 558"/>
            <p:cNvCxnSpPr/>
            <p:nvPr/>
          </p:nvCxnSpPr>
          <p:spPr>
            <a:xfrm flipH="1" flipV="1">
              <a:off x="4036002" y="3983049"/>
              <a:ext cx="2851992" cy="64232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" name="Connector 559"/>
            <p:cNvCxnSpPr/>
            <p:nvPr/>
          </p:nvCxnSpPr>
          <p:spPr>
            <a:xfrm flipH="1" flipV="1">
              <a:off x="4705847" y="3775343"/>
              <a:ext cx="2182147" cy="850029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Connector 560"/>
            <p:cNvCxnSpPr/>
            <p:nvPr/>
          </p:nvCxnSpPr>
          <p:spPr>
            <a:xfrm flipH="1" flipV="1">
              <a:off x="4711601" y="3494557"/>
              <a:ext cx="2176393" cy="113081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Connector 561"/>
            <p:cNvCxnSpPr/>
            <p:nvPr/>
          </p:nvCxnSpPr>
          <p:spPr>
            <a:xfrm flipH="1" flipV="1">
              <a:off x="6172052" y="4360184"/>
              <a:ext cx="715942" cy="265188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Connector 562"/>
            <p:cNvCxnSpPr/>
            <p:nvPr/>
          </p:nvCxnSpPr>
          <p:spPr>
            <a:xfrm flipH="1" flipV="1">
              <a:off x="5874139" y="4214301"/>
              <a:ext cx="1013855" cy="41107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" name="Connector 563"/>
            <p:cNvCxnSpPr/>
            <p:nvPr/>
          </p:nvCxnSpPr>
          <p:spPr>
            <a:xfrm flipH="1" flipV="1">
              <a:off x="4851729" y="4089682"/>
              <a:ext cx="2036265" cy="53569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Connector 564"/>
            <p:cNvCxnSpPr/>
            <p:nvPr/>
          </p:nvCxnSpPr>
          <p:spPr>
            <a:xfrm flipH="1" flipV="1">
              <a:off x="3509984" y="3771358"/>
              <a:ext cx="3378010" cy="85401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" name="Connector 565"/>
            <p:cNvCxnSpPr/>
            <p:nvPr/>
          </p:nvCxnSpPr>
          <p:spPr>
            <a:xfrm flipH="1" flipV="1">
              <a:off x="4987628" y="3981641"/>
              <a:ext cx="1900366" cy="64373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Connector 566"/>
            <p:cNvCxnSpPr/>
            <p:nvPr/>
          </p:nvCxnSpPr>
          <p:spPr>
            <a:xfrm flipH="1" flipV="1">
              <a:off x="5994399" y="4244185"/>
              <a:ext cx="893595" cy="38118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8" name="Connector 567"/>
            <p:cNvCxnSpPr/>
            <p:nvPr/>
          </p:nvCxnSpPr>
          <p:spPr>
            <a:xfrm flipH="1" flipV="1">
              <a:off x="5925120" y="4389921"/>
              <a:ext cx="962874" cy="23545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Connector 568"/>
            <p:cNvCxnSpPr/>
            <p:nvPr/>
          </p:nvCxnSpPr>
          <p:spPr>
            <a:xfrm flipV="1">
              <a:off x="6887994" y="3862735"/>
              <a:ext cx="437545" cy="76263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Connector 569"/>
            <p:cNvCxnSpPr/>
            <p:nvPr/>
          </p:nvCxnSpPr>
          <p:spPr>
            <a:xfrm flipV="1">
              <a:off x="6887994" y="4466009"/>
              <a:ext cx="124823" cy="15936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Connector 570"/>
            <p:cNvCxnSpPr/>
            <p:nvPr/>
          </p:nvCxnSpPr>
          <p:spPr>
            <a:xfrm flipH="1" flipV="1">
              <a:off x="5823209" y="4124999"/>
              <a:ext cx="1064785" cy="500373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Connector 571"/>
            <p:cNvCxnSpPr/>
            <p:nvPr/>
          </p:nvCxnSpPr>
          <p:spPr>
            <a:xfrm>
              <a:off x="6887994" y="4625372"/>
              <a:ext cx="135576" cy="3448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Connector 572"/>
            <p:cNvCxnSpPr/>
            <p:nvPr/>
          </p:nvCxnSpPr>
          <p:spPr>
            <a:xfrm flipV="1">
              <a:off x="6887994" y="3459588"/>
              <a:ext cx="220073" cy="116578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Connector 573"/>
            <p:cNvCxnSpPr/>
            <p:nvPr/>
          </p:nvCxnSpPr>
          <p:spPr>
            <a:xfrm flipH="1" flipV="1">
              <a:off x="5668175" y="4127531"/>
              <a:ext cx="1219819" cy="49784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Connector 574"/>
            <p:cNvCxnSpPr/>
            <p:nvPr/>
          </p:nvCxnSpPr>
          <p:spPr>
            <a:xfrm flipV="1">
              <a:off x="6887994" y="4481208"/>
              <a:ext cx="850800" cy="14416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Connector 575"/>
            <p:cNvCxnSpPr/>
            <p:nvPr/>
          </p:nvCxnSpPr>
          <p:spPr>
            <a:xfrm flipV="1">
              <a:off x="6887994" y="4058350"/>
              <a:ext cx="92455" cy="567022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Connector 576"/>
            <p:cNvCxnSpPr/>
            <p:nvPr/>
          </p:nvCxnSpPr>
          <p:spPr>
            <a:xfrm>
              <a:off x="6887994" y="4625372"/>
              <a:ext cx="590363" cy="19413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Connector 577"/>
            <p:cNvCxnSpPr/>
            <p:nvPr/>
          </p:nvCxnSpPr>
          <p:spPr>
            <a:xfrm flipH="1" flipV="1">
              <a:off x="6113694" y="4171601"/>
              <a:ext cx="774300" cy="45377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Connector 578"/>
            <p:cNvCxnSpPr/>
            <p:nvPr/>
          </p:nvCxnSpPr>
          <p:spPr>
            <a:xfrm flipH="1" flipV="1">
              <a:off x="5487809" y="4093147"/>
              <a:ext cx="1400185" cy="53222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Connector 579"/>
            <p:cNvCxnSpPr/>
            <p:nvPr/>
          </p:nvCxnSpPr>
          <p:spPr>
            <a:xfrm flipH="1">
              <a:off x="5403304" y="4625372"/>
              <a:ext cx="1484690" cy="13653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Connector 580"/>
            <p:cNvCxnSpPr/>
            <p:nvPr/>
          </p:nvCxnSpPr>
          <p:spPr>
            <a:xfrm flipH="1" flipV="1">
              <a:off x="6318919" y="4499205"/>
              <a:ext cx="569075" cy="12616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Connector 581"/>
            <p:cNvCxnSpPr/>
            <p:nvPr/>
          </p:nvCxnSpPr>
          <p:spPr>
            <a:xfrm flipV="1">
              <a:off x="6887994" y="3778726"/>
              <a:ext cx="605564" cy="84664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Connector 582"/>
            <p:cNvCxnSpPr/>
            <p:nvPr/>
          </p:nvCxnSpPr>
          <p:spPr>
            <a:xfrm flipH="1" flipV="1">
              <a:off x="5656324" y="4278525"/>
              <a:ext cx="1231670" cy="34684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Connector 583"/>
            <p:cNvCxnSpPr/>
            <p:nvPr/>
          </p:nvCxnSpPr>
          <p:spPr>
            <a:xfrm flipH="1" flipV="1">
              <a:off x="5777753" y="4205182"/>
              <a:ext cx="1110241" cy="420190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Connector 584"/>
            <p:cNvCxnSpPr/>
            <p:nvPr/>
          </p:nvCxnSpPr>
          <p:spPr>
            <a:xfrm flipV="1">
              <a:off x="6887994" y="4387235"/>
              <a:ext cx="229432" cy="23813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Connector 585"/>
            <p:cNvCxnSpPr/>
            <p:nvPr/>
          </p:nvCxnSpPr>
          <p:spPr>
            <a:xfrm flipH="1" flipV="1">
              <a:off x="6140309" y="4094536"/>
              <a:ext cx="747685" cy="530836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Connector 586"/>
            <p:cNvCxnSpPr/>
            <p:nvPr/>
          </p:nvCxnSpPr>
          <p:spPr>
            <a:xfrm flipH="1" flipV="1">
              <a:off x="6505988" y="4266785"/>
              <a:ext cx="382006" cy="35858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Connector 587"/>
            <p:cNvCxnSpPr/>
            <p:nvPr/>
          </p:nvCxnSpPr>
          <p:spPr>
            <a:xfrm flipH="1" flipV="1">
              <a:off x="6362453" y="4336708"/>
              <a:ext cx="525541" cy="288664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Connector 588"/>
            <p:cNvCxnSpPr/>
            <p:nvPr/>
          </p:nvCxnSpPr>
          <p:spPr>
            <a:xfrm flipH="1" flipV="1">
              <a:off x="6833018" y="4310197"/>
              <a:ext cx="54976" cy="315175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Connector 589"/>
            <p:cNvCxnSpPr/>
            <p:nvPr/>
          </p:nvCxnSpPr>
          <p:spPr>
            <a:xfrm flipH="1" flipV="1">
              <a:off x="6019501" y="4178921"/>
              <a:ext cx="868493" cy="446451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Connector 590"/>
            <p:cNvCxnSpPr/>
            <p:nvPr/>
          </p:nvCxnSpPr>
          <p:spPr>
            <a:xfrm flipH="1" flipV="1">
              <a:off x="6433462" y="4121605"/>
              <a:ext cx="454532" cy="503767"/>
            </a:xfrm>
            <a:prstGeom prst="line">
              <a:avLst/>
            </a:prstGeom>
            <a:ln w="25400">
              <a:solidFill>
                <a:srgbClr val="D62728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2" name="Oval 591"/>
            <p:cNvSpPr/>
            <p:nvPr/>
          </p:nvSpPr>
          <p:spPr>
            <a:xfrm>
              <a:off x="5799275" y="4196150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3" name="Oval 592"/>
            <p:cNvSpPr/>
            <p:nvPr/>
          </p:nvSpPr>
          <p:spPr>
            <a:xfrm>
              <a:off x="2670498" y="3667423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4" name="Oval 593"/>
            <p:cNvSpPr/>
            <p:nvPr/>
          </p:nvSpPr>
          <p:spPr>
            <a:xfrm>
              <a:off x="2324523" y="356689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5" name="Oval 594"/>
            <p:cNvSpPr/>
            <p:nvPr/>
          </p:nvSpPr>
          <p:spPr>
            <a:xfrm>
              <a:off x="2265292" y="3534273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6" name="Oval 595"/>
            <p:cNvSpPr/>
            <p:nvPr/>
          </p:nvSpPr>
          <p:spPr>
            <a:xfrm>
              <a:off x="5142305" y="3525687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7" name="Oval 596"/>
            <p:cNvSpPr/>
            <p:nvPr/>
          </p:nvSpPr>
          <p:spPr>
            <a:xfrm>
              <a:off x="5364673" y="396665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8" name="Oval 597"/>
            <p:cNvSpPr/>
            <p:nvPr/>
          </p:nvSpPr>
          <p:spPr>
            <a:xfrm>
              <a:off x="2110586" y="3511364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9" name="Oval 598"/>
            <p:cNvSpPr/>
            <p:nvPr/>
          </p:nvSpPr>
          <p:spPr>
            <a:xfrm>
              <a:off x="2068233" y="3503088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0" name="Oval 599"/>
            <p:cNvSpPr/>
            <p:nvPr/>
          </p:nvSpPr>
          <p:spPr>
            <a:xfrm>
              <a:off x="2663744" y="3672590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1" name="Oval 600"/>
            <p:cNvSpPr/>
            <p:nvPr/>
          </p:nvSpPr>
          <p:spPr>
            <a:xfrm>
              <a:off x="2125461" y="356865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2" name="Oval 601"/>
            <p:cNvSpPr/>
            <p:nvPr/>
          </p:nvSpPr>
          <p:spPr>
            <a:xfrm>
              <a:off x="5750488" y="4147746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3" name="Oval 602"/>
            <p:cNvSpPr/>
            <p:nvPr/>
          </p:nvSpPr>
          <p:spPr>
            <a:xfrm>
              <a:off x="6651866" y="4310508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4" name="Oval 603"/>
            <p:cNvSpPr/>
            <p:nvPr/>
          </p:nvSpPr>
          <p:spPr>
            <a:xfrm>
              <a:off x="5570877" y="4072706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5" name="Oval 604"/>
            <p:cNvSpPr/>
            <p:nvPr/>
          </p:nvSpPr>
          <p:spPr>
            <a:xfrm>
              <a:off x="5798752" y="4292452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6" name="Oval 605"/>
            <p:cNvSpPr/>
            <p:nvPr/>
          </p:nvSpPr>
          <p:spPr>
            <a:xfrm>
              <a:off x="3645115" y="3656366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7" name="Oval 606"/>
            <p:cNvSpPr/>
            <p:nvPr/>
          </p:nvSpPr>
          <p:spPr>
            <a:xfrm>
              <a:off x="3132052" y="3877356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8" name="Oval 607"/>
            <p:cNvSpPr/>
            <p:nvPr/>
          </p:nvSpPr>
          <p:spPr>
            <a:xfrm>
              <a:off x="2282362" y="353911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9" name="Oval 608"/>
            <p:cNvSpPr/>
            <p:nvPr/>
          </p:nvSpPr>
          <p:spPr>
            <a:xfrm>
              <a:off x="2095865" y="355050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0" name="Oval 609"/>
            <p:cNvSpPr/>
            <p:nvPr/>
          </p:nvSpPr>
          <p:spPr>
            <a:xfrm>
              <a:off x="3508143" y="3648092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1" name="Oval 610"/>
            <p:cNvSpPr/>
            <p:nvPr/>
          </p:nvSpPr>
          <p:spPr>
            <a:xfrm>
              <a:off x="1966888" y="3531162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2" name="Oval 611"/>
            <p:cNvSpPr/>
            <p:nvPr/>
          </p:nvSpPr>
          <p:spPr>
            <a:xfrm>
              <a:off x="2710090" y="3670573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3" name="Oval 612"/>
            <p:cNvSpPr/>
            <p:nvPr/>
          </p:nvSpPr>
          <p:spPr>
            <a:xfrm>
              <a:off x="2701040" y="3669084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4" name="Oval 613"/>
            <p:cNvSpPr/>
            <p:nvPr/>
          </p:nvSpPr>
          <p:spPr>
            <a:xfrm>
              <a:off x="2699085" y="3652654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5" name="Oval 614"/>
            <p:cNvSpPr/>
            <p:nvPr/>
          </p:nvSpPr>
          <p:spPr>
            <a:xfrm>
              <a:off x="5419457" y="4889627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6" name="Oval 615"/>
            <p:cNvSpPr/>
            <p:nvPr/>
          </p:nvSpPr>
          <p:spPr>
            <a:xfrm>
              <a:off x="2782217" y="3656506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7" name="Oval 616"/>
            <p:cNvSpPr/>
            <p:nvPr/>
          </p:nvSpPr>
          <p:spPr>
            <a:xfrm>
              <a:off x="2667993" y="3618467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8" name="Oval 617"/>
            <p:cNvSpPr/>
            <p:nvPr/>
          </p:nvSpPr>
          <p:spPr>
            <a:xfrm>
              <a:off x="2361848" y="3625773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9" name="Oval 618"/>
            <p:cNvSpPr/>
            <p:nvPr/>
          </p:nvSpPr>
          <p:spPr>
            <a:xfrm>
              <a:off x="2016361" y="353243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0" name="Oval 619"/>
            <p:cNvSpPr/>
            <p:nvPr/>
          </p:nvSpPr>
          <p:spPr>
            <a:xfrm>
              <a:off x="5152351" y="4033344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1" name="Oval 620"/>
            <p:cNvSpPr/>
            <p:nvPr/>
          </p:nvSpPr>
          <p:spPr>
            <a:xfrm>
              <a:off x="6656514" y="4225850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2" name="Oval 621"/>
            <p:cNvSpPr/>
            <p:nvPr/>
          </p:nvSpPr>
          <p:spPr>
            <a:xfrm>
              <a:off x="6199158" y="4387558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3" name="Oval 622"/>
            <p:cNvSpPr/>
            <p:nvPr/>
          </p:nvSpPr>
          <p:spPr>
            <a:xfrm>
              <a:off x="6882875" y="4563463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4" name="Oval 623"/>
            <p:cNvSpPr/>
            <p:nvPr/>
          </p:nvSpPr>
          <p:spPr>
            <a:xfrm>
              <a:off x="7073895" y="438425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5" name="Oval 624"/>
            <p:cNvSpPr/>
            <p:nvPr/>
          </p:nvSpPr>
          <p:spPr>
            <a:xfrm>
              <a:off x="3962850" y="3909897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6" name="Oval 625"/>
            <p:cNvSpPr/>
            <p:nvPr/>
          </p:nvSpPr>
          <p:spPr>
            <a:xfrm>
              <a:off x="4632695" y="3702191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7" name="Oval 626"/>
            <p:cNvSpPr/>
            <p:nvPr/>
          </p:nvSpPr>
          <p:spPr>
            <a:xfrm>
              <a:off x="6843754" y="4208053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8" name="Oval 627"/>
            <p:cNvSpPr/>
            <p:nvPr/>
          </p:nvSpPr>
          <p:spPr>
            <a:xfrm>
              <a:off x="6734941" y="4197787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9" name="Oval 628"/>
            <p:cNvSpPr/>
            <p:nvPr/>
          </p:nvSpPr>
          <p:spPr>
            <a:xfrm>
              <a:off x="5670665" y="3972299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0" name="Oval 629"/>
            <p:cNvSpPr/>
            <p:nvPr/>
          </p:nvSpPr>
          <p:spPr>
            <a:xfrm>
              <a:off x="6065842" y="4328262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1" name="Oval 630"/>
            <p:cNvSpPr/>
            <p:nvPr/>
          </p:nvSpPr>
          <p:spPr>
            <a:xfrm>
              <a:off x="4725745" y="3995749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2" name="Oval 631"/>
            <p:cNvSpPr/>
            <p:nvPr/>
          </p:nvSpPr>
          <p:spPr>
            <a:xfrm>
              <a:off x="6263905" y="4211891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3" name="Oval 632"/>
            <p:cNvSpPr/>
            <p:nvPr/>
          </p:nvSpPr>
          <p:spPr>
            <a:xfrm>
              <a:off x="4638449" y="342140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4" name="Oval 633"/>
            <p:cNvSpPr/>
            <p:nvPr/>
          </p:nvSpPr>
          <p:spPr>
            <a:xfrm>
              <a:off x="5084958" y="3757530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5" name="Oval 634"/>
            <p:cNvSpPr/>
            <p:nvPr/>
          </p:nvSpPr>
          <p:spPr>
            <a:xfrm>
              <a:off x="6020892" y="4038208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6" name="Oval 635"/>
            <p:cNvSpPr/>
            <p:nvPr/>
          </p:nvSpPr>
          <p:spPr>
            <a:xfrm>
              <a:off x="5869687" y="4003786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7" name="Oval 636"/>
            <p:cNvSpPr/>
            <p:nvPr/>
          </p:nvSpPr>
          <p:spPr>
            <a:xfrm>
              <a:off x="6098900" y="4287032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8" name="Oval 637"/>
            <p:cNvSpPr/>
            <p:nvPr/>
          </p:nvSpPr>
          <p:spPr>
            <a:xfrm>
              <a:off x="5461266" y="4143588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9" name="Oval 638"/>
            <p:cNvSpPr/>
            <p:nvPr/>
          </p:nvSpPr>
          <p:spPr>
            <a:xfrm>
              <a:off x="5800987" y="4141149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0" name="Oval 639"/>
            <p:cNvSpPr/>
            <p:nvPr/>
          </p:nvSpPr>
          <p:spPr>
            <a:xfrm>
              <a:off x="6116872" y="3699719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1" name="Oval 640"/>
            <p:cNvSpPr/>
            <p:nvPr/>
          </p:nvSpPr>
          <p:spPr>
            <a:xfrm>
              <a:off x="6789932" y="4170023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2" name="Oval 641"/>
            <p:cNvSpPr/>
            <p:nvPr/>
          </p:nvSpPr>
          <p:spPr>
            <a:xfrm>
              <a:off x="5007870" y="3935327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3" name="Oval 642"/>
            <p:cNvSpPr/>
            <p:nvPr/>
          </p:nvSpPr>
          <p:spPr>
            <a:xfrm>
              <a:off x="3456378" y="3709406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4" name="Oval 643"/>
            <p:cNvSpPr/>
            <p:nvPr/>
          </p:nvSpPr>
          <p:spPr>
            <a:xfrm>
              <a:off x="3808048" y="3544708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5" name="Oval 644"/>
            <p:cNvSpPr/>
            <p:nvPr/>
          </p:nvSpPr>
          <p:spPr>
            <a:xfrm>
              <a:off x="7377807" y="3927293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6" name="Oval 645"/>
            <p:cNvSpPr/>
            <p:nvPr/>
          </p:nvSpPr>
          <p:spPr>
            <a:xfrm>
              <a:off x="6293519" y="3232587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7" name="Oval 646"/>
            <p:cNvSpPr/>
            <p:nvPr/>
          </p:nvSpPr>
          <p:spPr>
            <a:xfrm>
              <a:off x="3456134" y="3670634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8" name="Oval 647"/>
            <p:cNvSpPr/>
            <p:nvPr/>
          </p:nvSpPr>
          <p:spPr>
            <a:xfrm>
              <a:off x="2730782" y="3596337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9" name="Oval 648"/>
            <p:cNvSpPr/>
            <p:nvPr/>
          </p:nvSpPr>
          <p:spPr>
            <a:xfrm>
              <a:off x="4778577" y="4016530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0" name="Oval 649"/>
            <p:cNvSpPr/>
            <p:nvPr/>
          </p:nvSpPr>
          <p:spPr>
            <a:xfrm>
              <a:off x="3436832" y="3698206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1" name="Oval 650"/>
            <p:cNvSpPr/>
            <p:nvPr/>
          </p:nvSpPr>
          <p:spPr>
            <a:xfrm>
              <a:off x="5491292" y="398481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2" name="Oval 651"/>
            <p:cNvSpPr/>
            <p:nvPr/>
          </p:nvSpPr>
          <p:spPr>
            <a:xfrm>
              <a:off x="4914476" y="3908489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3" name="Oval 652"/>
            <p:cNvSpPr/>
            <p:nvPr/>
          </p:nvSpPr>
          <p:spPr>
            <a:xfrm>
              <a:off x="3756682" y="3734970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4" name="Oval 653"/>
            <p:cNvSpPr/>
            <p:nvPr/>
          </p:nvSpPr>
          <p:spPr>
            <a:xfrm>
              <a:off x="6274958" y="4355254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5" name="Oval 654"/>
            <p:cNvSpPr/>
            <p:nvPr/>
          </p:nvSpPr>
          <p:spPr>
            <a:xfrm>
              <a:off x="6117768" y="4065236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6" name="Oval 655"/>
            <p:cNvSpPr/>
            <p:nvPr/>
          </p:nvSpPr>
          <p:spPr>
            <a:xfrm>
              <a:off x="5921247" y="4171033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7" name="Oval 656"/>
            <p:cNvSpPr/>
            <p:nvPr/>
          </p:nvSpPr>
          <p:spPr>
            <a:xfrm>
              <a:off x="5851968" y="4316769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8" name="Oval 657"/>
            <p:cNvSpPr/>
            <p:nvPr/>
          </p:nvSpPr>
          <p:spPr>
            <a:xfrm>
              <a:off x="7252387" y="3789583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9" name="Oval 658"/>
            <p:cNvSpPr/>
            <p:nvPr/>
          </p:nvSpPr>
          <p:spPr>
            <a:xfrm>
              <a:off x="6154139" y="3934102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0" name="Oval 659"/>
            <p:cNvSpPr/>
            <p:nvPr/>
          </p:nvSpPr>
          <p:spPr>
            <a:xfrm>
              <a:off x="6145070" y="4108936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1" name="Oval 660"/>
            <p:cNvSpPr/>
            <p:nvPr/>
          </p:nvSpPr>
          <p:spPr>
            <a:xfrm>
              <a:off x="5777032" y="3831550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2" name="Oval 661"/>
            <p:cNvSpPr/>
            <p:nvPr/>
          </p:nvSpPr>
          <p:spPr>
            <a:xfrm>
              <a:off x="6939665" y="4392857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3" name="Oval 662"/>
            <p:cNvSpPr/>
            <p:nvPr/>
          </p:nvSpPr>
          <p:spPr>
            <a:xfrm>
              <a:off x="5592398" y="4065806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4" name="Oval 663"/>
            <p:cNvSpPr/>
            <p:nvPr/>
          </p:nvSpPr>
          <p:spPr>
            <a:xfrm>
              <a:off x="5227461" y="3898364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5" name="Oval 664"/>
            <p:cNvSpPr/>
            <p:nvPr/>
          </p:nvSpPr>
          <p:spPr>
            <a:xfrm>
              <a:off x="5750057" y="4051847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6" name="Oval 665"/>
            <p:cNvSpPr/>
            <p:nvPr/>
          </p:nvSpPr>
          <p:spPr>
            <a:xfrm>
              <a:off x="6950418" y="458670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7" name="Oval 666"/>
            <p:cNvSpPr/>
            <p:nvPr/>
          </p:nvSpPr>
          <p:spPr>
            <a:xfrm>
              <a:off x="5818075" y="4084551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8" name="Oval 667"/>
            <p:cNvSpPr/>
            <p:nvPr/>
          </p:nvSpPr>
          <p:spPr>
            <a:xfrm>
              <a:off x="7034915" y="3386436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9" name="Oval 668"/>
            <p:cNvSpPr/>
            <p:nvPr/>
          </p:nvSpPr>
          <p:spPr>
            <a:xfrm>
              <a:off x="7352354" y="2598619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0" name="Oval 669"/>
            <p:cNvSpPr/>
            <p:nvPr/>
          </p:nvSpPr>
          <p:spPr>
            <a:xfrm>
              <a:off x="3173804" y="363916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1" name="Oval 670"/>
            <p:cNvSpPr/>
            <p:nvPr/>
          </p:nvSpPr>
          <p:spPr>
            <a:xfrm>
              <a:off x="6303171" y="4070762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2" name="Oval 671"/>
            <p:cNvSpPr/>
            <p:nvPr/>
          </p:nvSpPr>
          <p:spPr>
            <a:xfrm>
              <a:off x="5488322" y="3936917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3" name="Oval 672"/>
            <p:cNvSpPr/>
            <p:nvPr/>
          </p:nvSpPr>
          <p:spPr>
            <a:xfrm>
              <a:off x="5595023" y="4054379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4" name="Oval 673"/>
            <p:cNvSpPr/>
            <p:nvPr/>
          </p:nvSpPr>
          <p:spPr>
            <a:xfrm>
              <a:off x="4944030" y="380632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5" name="Oval 674"/>
            <p:cNvSpPr/>
            <p:nvPr/>
          </p:nvSpPr>
          <p:spPr>
            <a:xfrm>
              <a:off x="7665642" y="4408056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6" name="Oval 675"/>
            <p:cNvSpPr/>
            <p:nvPr/>
          </p:nvSpPr>
          <p:spPr>
            <a:xfrm>
              <a:off x="8130567" y="3747109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7" name="Oval 676"/>
            <p:cNvSpPr/>
            <p:nvPr/>
          </p:nvSpPr>
          <p:spPr>
            <a:xfrm>
              <a:off x="6415696" y="4232530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8" name="Oval 677"/>
            <p:cNvSpPr/>
            <p:nvPr/>
          </p:nvSpPr>
          <p:spPr>
            <a:xfrm>
              <a:off x="6907297" y="3985198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9" name="Oval 678"/>
            <p:cNvSpPr/>
            <p:nvPr/>
          </p:nvSpPr>
          <p:spPr>
            <a:xfrm>
              <a:off x="7405205" y="4746351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0" name="Oval 679"/>
            <p:cNvSpPr/>
            <p:nvPr/>
          </p:nvSpPr>
          <p:spPr>
            <a:xfrm>
              <a:off x="8443587" y="1733319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1" name="Oval 680"/>
            <p:cNvSpPr/>
            <p:nvPr/>
          </p:nvSpPr>
          <p:spPr>
            <a:xfrm>
              <a:off x="6837442" y="4156328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2" name="Oval 681"/>
            <p:cNvSpPr/>
            <p:nvPr/>
          </p:nvSpPr>
          <p:spPr>
            <a:xfrm>
              <a:off x="6135352" y="4282188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3" name="Oval 682"/>
            <p:cNvSpPr/>
            <p:nvPr/>
          </p:nvSpPr>
          <p:spPr>
            <a:xfrm>
              <a:off x="7423135" y="3096197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4" name="Oval 683"/>
            <p:cNvSpPr/>
            <p:nvPr/>
          </p:nvSpPr>
          <p:spPr>
            <a:xfrm>
              <a:off x="5336735" y="3926848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5" name="Oval 684"/>
            <p:cNvSpPr/>
            <p:nvPr/>
          </p:nvSpPr>
          <p:spPr>
            <a:xfrm>
              <a:off x="6551933" y="390512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6" name="Oval 685"/>
            <p:cNvSpPr/>
            <p:nvPr/>
          </p:nvSpPr>
          <p:spPr>
            <a:xfrm>
              <a:off x="5766479" y="4429966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7" name="Oval 686"/>
            <p:cNvSpPr/>
            <p:nvPr/>
          </p:nvSpPr>
          <p:spPr>
            <a:xfrm>
              <a:off x="6040542" y="4098449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8" name="Oval 687"/>
            <p:cNvSpPr/>
            <p:nvPr/>
          </p:nvSpPr>
          <p:spPr>
            <a:xfrm>
              <a:off x="5414657" y="401999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9" name="Oval 688"/>
            <p:cNvSpPr/>
            <p:nvPr/>
          </p:nvSpPr>
          <p:spPr>
            <a:xfrm>
              <a:off x="5330152" y="468875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0" name="Oval 689"/>
            <p:cNvSpPr/>
            <p:nvPr/>
          </p:nvSpPr>
          <p:spPr>
            <a:xfrm>
              <a:off x="6457118" y="437522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1" name="Oval 690"/>
            <p:cNvSpPr/>
            <p:nvPr/>
          </p:nvSpPr>
          <p:spPr>
            <a:xfrm>
              <a:off x="7376330" y="4435496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2" name="Oval 691"/>
            <p:cNvSpPr/>
            <p:nvPr/>
          </p:nvSpPr>
          <p:spPr>
            <a:xfrm>
              <a:off x="5923631" y="4010910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3" name="Oval 692"/>
            <p:cNvSpPr/>
            <p:nvPr/>
          </p:nvSpPr>
          <p:spPr>
            <a:xfrm>
              <a:off x="6182937" y="4114027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4" name="Oval 693"/>
            <p:cNvSpPr/>
            <p:nvPr/>
          </p:nvSpPr>
          <p:spPr>
            <a:xfrm>
              <a:off x="6245767" y="4426053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5" name="Oval 694"/>
            <p:cNvSpPr/>
            <p:nvPr/>
          </p:nvSpPr>
          <p:spPr>
            <a:xfrm>
              <a:off x="7420406" y="3705574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6" name="Oval 695"/>
            <p:cNvSpPr/>
            <p:nvPr/>
          </p:nvSpPr>
          <p:spPr>
            <a:xfrm>
              <a:off x="6496910" y="4167702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7" name="Oval 696"/>
            <p:cNvSpPr/>
            <p:nvPr/>
          </p:nvSpPr>
          <p:spPr>
            <a:xfrm>
              <a:off x="6234833" y="4037370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8" name="Oval 697"/>
            <p:cNvSpPr/>
            <p:nvPr/>
          </p:nvSpPr>
          <p:spPr>
            <a:xfrm>
              <a:off x="6256719" y="4273242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9" name="Oval 698"/>
            <p:cNvSpPr/>
            <p:nvPr/>
          </p:nvSpPr>
          <p:spPr>
            <a:xfrm>
              <a:off x="5583172" y="4205373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0" name="Oval 699"/>
            <p:cNvSpPr/>
            <p:nvPr/>
          </p:nvSpPr>
          <p:spPr>
            <a:xfrm>
              <a:off x="7050874" y="3923997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1" name="Oval 700"/>
            <p:cNvSpPr/>
            <p:nvPr/>
          </p:nvSpPr>
          <p:spPr>
            <a:xfrm>
              <a:off x="7955936" y="4405878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2" name="Oval 701"/>
            <p:cNvSpPr/>
            <p:nvPr/>
          </p:nvSpPr>
          <p:spPr>
            <a:xfrm>
              <a:off x="5248416" y="3947068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3" name="Oval 702"/>
            <p:cNvSpPr/>
            <p:nvPr/>
          </p:nvSpPr>
          <p:spPr>
            <a:xfrm>
              <a:off x="5248416" y="3947068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4" name="Oval 703"/>
            <p:cNvSpPr/>
            <p:nvPr/>
          </p:nvSpPr>
          <p:spPr>
            <a:xfrm>
              <a:off x="5704601" y="4132030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5" name="Oval 704"/>
            <p:cNvSpPr/>
            <p:nvPr/>
          </p:nvSpPr>
          <p:spPr>
            <a:xfrm>
              <a:off x="7044274" y="4314083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6" name="Oval 705"/>
            <p:cNvSpPr/>
            <p:nvPr/>
          </p:nvSpPr>
          <p:spPr>
            <a:xfrm>
              <a:off x="6896671" y="3914614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7" name="Oval 706"/>
            <p:cNvSpPr/>
            <p:nvPr/>
          </p:nvSpPr>
          <p:spPr>
            <a:xfrm>
              <a:off x="6089833" y="4064910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8" name="Oval 707"/>
            <p:cNvSpPr/>
            <p:nvPr/>
          </p:nvSpPr>
          <p:spPr>
            <a:xfrm>
              <a:off x="5994728" y="4269517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9" name="Oval 708"/>
            <p:cNvSpPr/>
            <p:nvPr/>
          </p:nvSpPr>
          <p:spPr>
            <a:xfrm>
              <a:off x="6067157" y="4021384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0" name="Oval 709"/>
            <p:cNvSpPr/>
            <p:nvPr/>
          </p:nvSpPr>
          <p:spPr>
            <a:xfrm>
              <a:off x="6432836" y="4193633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1" name="Oval 710"/>
            <p:cNvSpPr/>
            <p:nvPr/>
          </p:nvSpPr>
          <p:spPr>
            <a:xfrm>
              <a:off x="6883060" y="4313897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2" name="Oval 711"/>
            <p:cNvSpPr/>
            <p:nvPr/>
          </p:nvSpPr>
          <p:spPr>
            <a:xfrm>
              <a:off x="6289301" y="4263556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3" name="Oval 712"/>
            <p:cNvSpPr/>
            <p:nvPr/>
          </p:nvSpPr>
          <p:spPr>
            <a:xfrm>
              <a:off x="6759866" y="423704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4" name="Oval 713"/>
            <p:cNvSpPr/>
            <p:nvPr/>
          </p:nvSpPr>
          <p:spPr>
            <a:xfrm>
              <a:off x="5946349" y="4105769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5" name="Oval 714"/>
            <p:cNvSpPr/>
            <p:nvPr/>
          </p:nvSpPr>
          <p:spPr>
            <a:xfrm>
              <a:off x="6360310" y="4048453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6" name="Oval 715"/>
            <p:cNvSpPr/>
            <p:nvPr/>
          </p:nvSpPr>
          <p:spPr>
            <a:xfrm>
              <a:off x="6734588" y="4391114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7" name="Oval 716"/>
            <p:cNvSpPr/>
            <p:nvPr/>
          </p:nvSpPr>
          <p:spPr>
            <a:xfrm>
              <a:off x="6712552" y="4291956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8" name="Oval 717"/>
            <p:cNvSpPr/>
            <p:nvPr/>
          </p:nvSpPr>
          <p:spPr>
            <a:xfrm>
              <a:off x="4693446" y="4210226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9" name="Oval 718"/>
            <p:cNvSpPr/>
            <p:nvPr/>
          </p:nvSpPr>
          <p:spPr>
            <a:xfrm>
              <a:off x="7652258" y="3520248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0" name="Oval 719"/>
            <p:cNvSpPr/>
            <p:nvPr/>
          </p:nvSpPr>
          <p:spPr>
            <a:xfrm>
              <a:off x="6841712" y="4515890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1" name="Oval 720"/>
            <p:cNvSpPr/>
            <p:nvPr/>
          </p:nvSpPr>
          <p:spPr>
            <a:xfrm>
              <a:off x="6263864" y="4146255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2" name="Oval 721"/>
            <p:cNvSpPr/>
            <p:nvPr/>
          </p:nvSpPr>
          <p:spPr>
            <a:xfrm>
              <a:off x="10078501" y="732109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3" name="Oval 722"/>
            <p:cNvSpPr/>
            <p:nvPr/>
          </p:nvSpPr>
          <p:spPr>
            <a:xfrm>
              <a:off x="5347513" y="3945034"/>
              <a:ext cx="146304" cy="146304"/>
            </a:xfrm>
            <a:prstGeom prst="ellipse">
              <a:avLst/>
            </a:prstGeom>
            <a:solidFill>
              <a:srgbClr val="1F77B4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4" name="Oval 723"/>
            <p:cNvSpPr/>
            <p:nvPr/>
          </p:nvSpPr>
          <p:spPr>
            <a:xfrm>
              <a:off x="7331511" y="3744754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5" name="Oval 724"/>
            <p:cNvSpPr/>
            <p:nvPr/>
          </p:nvSpPr>
          <p:spPr>
            <a:xfrm>
              <a:off x="7150634" y="4063984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6" name="Oval 725"/>
            <p:cNvSpPr/>
            <p:nvPr/>
          </p:nvSpPr>
          <p:spPr>
            <a:xfrm>
              <a:off x="6540828" y="4142867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7" name="Oval 726"/>
            <p:cNvSpPr/>
            <p:nvPr/>
          </p:nvSpPr>
          <p:spPr>
            <a:xfrm>
              <a:off x="9872777" y="1528021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8" name="Oval 727"/>
            <p:cNvSpPr/>
            <p:nvPr/>
          </p:nvSpPr>
          <p:spPr>
            <a:xfrm>
              <a:off x="9574292" y="4501729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9" name="Oval 728"/>
            <p:cNvSpPr/>
            <p:nvPr/>
          </p:nvSpPr>
          <p:spPr>
            <a:xfrm>
              <a:off x="6740132" y="4453769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0" name="Oval 729"/>
            <p:cNvSpPr/>
            <p:nvPr/>
          </p:nvSpPr>
          <p:spPr>
            <a:xfrm>
              <a:off x="6478670" y="4565215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1" name="Oval 730"/>
            <p:cNvSpPr/>
            <p:nvPr/>
          </p:nvSpPr>
          <p:spPr>
            <a:xfrm>
              <a:off x="5569591" y="4129226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2" name="Oval 731"/>
            <p:cNvSpPr/>
            <p:nvPr/>
          </p:nvSpPr>
          <p:spPr>
            <a:xfrm>
              <a:off x="8014411" y="2558850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3" name="Oval 732"/>
            <p:cNvSpPr/>
            <p:nvPr/>
          </p:nvSpPr>
          <p:spPr>
            <a:xfrm>
              <a:off x="6269184" y="3480988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4" name="Oval 733"/>
            <p:cNvSpPr/>
            <p:nvPr/>
          </p:nvSpPr>
          <p:spPr>
            <a:xfrm>
              <a:off x="7320958" y="2966673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5" name="Oval 734"/>
            <p:cNvSpPr/>
            <p:nvPr/>
          </p:nvSpPr>
          <p:spPr>
            <a:xfrm>
              <a:off x="8143472" y="2319859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6" name="Oval 735"/>
            <p:cNvSpPr/>
            <p:nvPr/>
          </p:nvSpPr>
          <p:spPr>
            <a:xfrm>
              <a:off x="5116987" y="5156626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7" name="Oval 736"/>
            <p:cNvSpPr/>
            <p:nvPr/>
          </p:nvSpPr>
          <p:spPr>
            <a:xfrm>
              <a:off x="5400212" y="4236082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8" name="Oval 737"/>
            <p:cNvSpPr/>
            <p:nvPr/>
          </p:nvSpPr>
          <p:spPr>
            <a:xfrm>
              <a:off x="5613747" y="4038950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9" name="Oval 738"/>
            <p:cNvSpPr/>
            <p:nvPr/>
          </p:nvSpPr>
          <p:spPr>
            <a:xfrm>
              <a:off x="6988021" y="3861019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0" name="Oval 739"/>
            <p:cNvSpPr/>
            <p:nvPr/>
          </p:nvSpPr>
          <p:spPr>
            <a:xfrm>
              <a:off x="6814842" y="4552220"/>
              <a:ext cx="146304" cy="146304"/>
            </a:xfrm>
            <a:prstGeom prst="ellipse">
              <a:avLst/>
            </a:prstGeom>
            <a:solidFill>
              <a:srgbClr val="D62728"/>
            </a:solidFill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1" name="Oval 740"/>
            <p:cNvSpPr/>
            <p:nvPr/>
          </p:nvSpPr>
          <p:spPr>
            <a:xfrm>
              <a:off x="2867526" y="5519448"/>
              <a:ext cx="162000" cy="162000"/>
            </a:xfrm>
            <a:prstGeom prst="ellipse">
              <a:avLst/>
            </a:prstGeom>
            <a:solidFill>
              <a:srgbClr val="1F77B4"/>
            </a:solidFill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2" name="TextBox 741"/>
            <p:cNvSpPr txBox="1"/>
            <p:nvPr/>
          </p:nvSpPr>
          <p:spPr>
            <a:xfrm>
              <a:off x="3068943" y="5415830"/>
              <a:ext cx="2635658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 b="0" i="0">
                  <a:solidFill>
                    <a:srgbClr val="000000"/>
                  </a:solidFill>
                </a:defRPr>
              </a:pPr>
              <a:r>
                <a:rPr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V₁ (dᵢ=+1.0, 132 nodes)</a:t>
              </a:r>
            </a:p>
          </p:txBody>
        </p:sp>
        <p:sp>
          <p:nvSpPr>
            <p:cNvPr id="743" name="Oval 742"/>
            <p:cNvSpPr/>
            <p:nvPr/>
          </p:nvSpPr>
          <p:spPr>
            <a:xfrm>
              <a:off x="6423758" y="5535144"/>
              <a:ext cx="146304" cy="146304"/>
            </a:xfrm>
            <a:prstGeom prst="ellipse">
              <a:avLst/>
            </a:prstGeom>
            <a:solidFill>
              <a:srgbClr val="D62728"/>
            </a:solidFill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4" name="TextBox 743"/>
            <p:cNvSpPr txBox="1"/>
            <p:nvPr/>
          </p:nvSpPr>
          <p:spPr>
            <a:xfrm>
              <a:off x="6656661" y="5411437"/>
              <a:ext cx="2507418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 b="0" i="0">
                  <a:solidFill>
                    <a:srgbClr val="000000"/>
                  </a:solidFill>
                </a:defRPr>
              </a:pPr>
              <a:r>
                <a:rPr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V₂ (dᵢ=−2.0, 17 nodes)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5926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62</Words>
  <Application>Microsoft Macintosh PowerPoint</Application>
  <PresentationFormat>宽屏</PresentationFormat>
  <Paragraphs>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Times New Roman</vt:lpstr>
      <vt:lpstr>Office Theme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Shuaiming Yan</cp:lastModifiedBy>
  <cp:revision>2</cp:revision>
  <dcterms:created xsi:type="dcterms:W3CDTF">2013-01-27T09:14:16Z</dcterms:created>
  <dcterms:modified xsi:type="dcterms:W3CDTF">2026-05-21T01:36:37Z</dcterms:modified>
  <cp:category/>
</cp:coreProperties>
</file>